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2a526c4240c4f85" /><Relationship Type="http://schemas.openxmlformats.org/officeDocument/2006/relationships/extended-properties" Target="/docProps/app.xml" Id="R47871c75bc7a488f" /><Relationship Type="http://schemas.openxmlformats.org/officeDocument/2006/relationships/officeDocument" Target="/ppt/presentation.xml" Id="Rd6b0623886eb4a9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eb5c9ee1ccf4657"/>
  </p:sldMasterIdLst>
  <p:notesMasterIdLst>
    <p:notesMasterId xmlns:r="http://schemas.openxmlformats.org/officeDocument/2006/relationships" r:id="R3b4c03bed5214b8f"/>
  </p:notesMasterIdLst>
  <p:sldIdLst>
    <p:sldId xmlns:r="http://schemas.openxmlformats.org/officeDocument/2006/relationships" id="256" r:id="R1375cf22bbfd42e4"/>
    <p:sldId xmlns:r="http://schemas.openxmlformats.org/officeDocument/2006/relationships" id="257" r:id="Red1781113be445b7"/>
    <p:sldId xmlns:r="http://schemas.openxmlformats.org/officeDocument/2006/relationships" id="258" r:id="R240ba0db45834e9f"/>
    <p:sldId xmlns:r="http://schemas.openxmlformats.org/officeDocument/2006/relationships" id="259" r:id="Rd3820af221ab4002"/>
    <p:sldId xmlns:r="http://schemas.openxmlformats.org/officeDocument/2006/relationships" id="260" r:id="R09d969a6fe414266"/>
    <p:sldId xmlns:r="http://schemas.openxmlformats.org/officeDocument/2006/relationships" id="261" r:id="R67ee0a2734f64d3c"/>
    <p:sldId xmlns:r="http://schemas.openxmlformats.org/officeDocument/2006/relationships" id="262" r:id="R93300b2d647f476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2626389ed284aa1" /><Relationship Type="http://schemas.openxmlformats.org/officeDocument/2006/relationships/slideMaster" Target="/ppt/slideMasters/slideMaster1.xml" Id="R3eb5c9ee1ccf4657" /><Relationship Type="http://schemas.openxmlformats.org/officeDocument/2006/relationships/notesMaster" Target="/ppt/notesMasters/notesMaster1.xml" Id="R3b4c03bed5214b8f" /><Relationship Type="http://schemas.openxmlformats.org/officeDocument/2006/relationships/presProps" Target="/ppt/presProps.xml" Id="R0c9611192531472f" /><Relationship Type="http://schemas.openxmlformats.org/officeDocument/2006/relationships/tableStyles" Target="/ppt/tableStyles.xml" Id="R4bf513e5574544a6" /><Relationship Type="http://schemas.openxmlformats.org/officeDocument/2006/relationships/slide" Target="/ppt/slides/slide1.xml" Id="R1375cf22bbfd42e4" /><Relationship Type="http://schemas.openxmlformats.org/officeDocument/2006/relationships/slide" Target="/ppt/slides/slide2.xml" Id="Red1781113be445b7" /><Relationship Type="http://schemas.openxmlformats.org/officeDocument/2006/relationships/slide" Target="/ppt/slides/slide3.xml" Id="R240ba0db45834e9f" /><Relationship Type="http://schemas.openxmlformats.org/officeDocument/2006/relationships/slide" Target="/ppt/slides/slide4.xml" Id="Rd3820af221ab4002" /><Relationship Type="http://schemas.openxmlformats.org/officeDocument/2006/relationships/slide" Target="/ppt/slides/slide5.xml" Id="R09d969a6fe414266" /><Relationship Type="http://schemas.openxmlformats.org/officeDocument/2006/relationships/slide" Target="/ppt/slides/slide6.xml" Id="R67ee0a2734f64d3c" /><Relationship Type="http://schemas.openxmlformats.org/officeDocument/2006/relationships/slide" Target="/ppt/slides/slide7.xml" Id="R93300b2d647f476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be81f1c9a794cc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e0bb4f8580f4c52" /><Relationship Type="http://schemas.openxmlformats.org/officeDocument/2006/relationships/notesMaster" Target="/ppt/notesMasters/notesMaster1.xml" Id="R14190ae644d14d9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f1a318cca874af7" /><Relationship Type="http://schemas.openxmlformats.org/officeDocument/2006/relationships/notesMaster" Target="/ppt/notesMasters/notesMaster1.xml" Id="Rbc3c12fd73a64a8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bf6345f5fdd480f" /><Relationship Type="http://schemas.openxmlformats.org/officeDocument/2006/relationships/notesMaster" Target="/ppt/notesMasters/notesMaster1.xml" Id="R27981caf0b2d474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27c185221a24d7a" /><Relationship Type="http://schemas.openxmlformats.org/officeDocument/2006/relationships/notesMaster" Target="/ppt/notesMasters/notesMaster1.xml" Id="Rd46d3fec3c05444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0b7bb9f88784fa7" /><Relationship Type="http://schemas.openxmlformats.org/officeDocument/2006/relationships/notesMaster" Target="/ppt/notesMasters/notesMaster1.xml" Id="Rba0a5f05578d402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0c592e0aebc42b7" /><Relationship Type="http://schemas.openxmlformats.org/officeDocument/2006/relationships/notesMaster" Target="/ppt/notesMasters/notesMaster1.xml" Id="Rfa4628ac2498468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2530bbb1cd5488e" /><Relationship Type="http://schemas.openxmlformats.org/officeDocument/2006/relationships/notesMaster" Target="/ppt/notesMasters/notesMaster1.xml" Id="R5982993fa9774ae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b93d3245b241a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bd2d5ad0a6a48a0" /><Relationship Type="http://schemas.openxmlformats.org/officeDocument/2006/relationships/slideLayout" Target="/ppt/slideLayouts/slideLayout1.xml" Id="R1562ff2af3eb41d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562ff2af3eb41d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eeaf32b46f4fae" /><Relationship Type="http://schemas.openxmlformats.org/officeDocument/2006/relationships/notesSlide" Target="/ppt/notesSlides/notesSlide1.xml" Id="R908bd31f0ef942e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51307ea8f34448" /><Relationship Type="http://schemas.openxmlformats.org/officeDocument/2006/relationships/notesSlide" Target="/ppt/notesSlides/notesSlide2.xml" Id="R1059b9692a934f4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232f5c571843ad" /><Relationship Type="http://schemas.openxmlformats.org/officeDocument/2006/relationships/notesSlide" Target="/ppt/notesSlides/notesSlide3.xml" Id="R79d8eb34344242d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fd905af0da42e2" /><Relationship Type="http://schemas.openxmlformats.org/officeDocument/2006/relationships/notesSlide" Target="/ppt/notesSlides/notesSlide4.xml" Id="Rd4245fe88f35438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d273c9089348cd" /><Relationship Type="http://schemas.openxmlformats.org/officeDocument/2006/relationships/notesSlide" Target="/ppt/notesSlides/notesSlide5.xml" Id="Re67043771ea3462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9310853f774c98" /><Relationship Type="http://schemas.openxmlformats.org/officeDocument/2006/relationships/notesSlide" Target="/ppt/notesSlides/notesSlide6.xml" Id="R21dc5ceb7e89463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dba3cc09964cbb" /><Relationship Type="http://schemas.openxmlformats.org/officeDocument/2006/relationships/notesSlide" Target="/ppt/notesSlides/notesSlide7.xml" Id="R380839428a534c4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ver-band">
            <a:extLst xmlns:a="http://schemas.openxmlformats.org/drawingml/2006/main">
              <a:ext uri="{FF2B5EF4-FFF2-40B4-BE49-F238E27FC236}">
                <a16:creationId xmlns:a16="http://schemas.microsoft.com/office/drawing/2014/main" id="{AB5218CC-6D73-4816-B36C-681E5DEB2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9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5E43"/>
          </a:solidFill>
          <a:ln xmlns:a="http://schemas.openxmlformats.org/drawingml/2006/main" w="0">
            <a:solidFill>
              <a:srgbClr val="0E5E43"/>
            </a:solidFill>
            <a:prstDash val="solid"/>
          </a:ln>
        </p:spPr>
      </p:sp>
      <p:sp>
        <p:nvSpPr>
          <p:cNvPr id="2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5A668C5E-B5C9-4D27-8869-7E0260A52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DCEFE7"/>
                </a:solidFill>
              </a:defRPr>
            </a:pPr>
            <a:r>
              <a:rPr sz="900" b="1">
                <a:solidFill>
                  <a:srgbClr val="DCEFE7"/>
                </a:solidFill>
              </a:rPr>
              <a:t>BUSINESS PROPOSAL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4D1310FC-0051-4BA0-8D2C-0563C8310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619250"/>
            <a:ext cx="5810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01828"/>
                </a:solidFill>
              </a:defRPr>
            </a:pPr>
            <a:r>
              <a:rPr sz="3600" b="1">
                <a:solidFill>
                  <a:srgbClr val="101828"/>
                </a:solidFill>
              </a:rPr>
              <a:t>Proposal title goes here</a:t>
            </a:r>
          </a:p>
        </p:txBody>
      </p:sp>
      <p:sp>
        <p:nvSpPr>
          <p:cNvPr id="4" name="cover-thesis">
            <a:extLst xmlns:a="http://schemas.openxmlformats.org/drawingml/2006/main">
              <a:ext uri="{FF2B5EF4-FFF2-40B4-BE49-F238E27FC236}">
                <a16:creationId xmlns:a16="http://schemas.microsoft.com/office/drawing/2014/main" id="{9DB4A606-A10B-4893-AFC8-4E493C2E8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028950"/>
            <a:ext cx="590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7085"/>
                </a:solidFill>
              </a:defRPr>
            </a:pPr>
            <a:r>
              <a:rPr sz="1500">
                <a:solidFill>
                  <a:srgbClr val="667085"/>
                </a:solidFill>
              </a:rPr>
              <a:t>One winning thesis that explains why this plan deserves to be selected.</a:t>
            </a:r>
          </a:p>
        </p:txBody>
      </p:sp>
      <p:sp>
        <p:nvSpPr>
          <p:cNvPr id="5" name="cover-meta">
            <a:extLst xmlns:a="http://schemas.openxmlformats.org/drawingml/2006/main">
              <a:ext uri="{FF2B5EF4-FFF2-40B4-BE49-F238E27FC236}">
                <a16:creationId xmlns:a16="http://schemas.microsoft.com/office/drawing/2014/main" id="{37FCE3BC-37E7-4E9D-AC85-01657D828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6197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7085"/>
                </a:solidFill>
              </a:defRPr>
            </a:pPr>
            <a:r>
              <a:rPr sz="1050">
                <a:solidFill>
                  <a:srgbClr val="667085"/>
                </a:solidFill>
              </a:rPr>
              <a:t>Client / Project / Date / Presenter</a:t>
            </a:r>
          </a:p>
        </p:txBody>
      </p:sp>
    </p:spTree>
    <p:extLst>
      <p:ext uri="{BB962C8B-B14F-4D97-AF65-F5344CB8AC3E}">
        <p14:creationId xmlns:p14="http://schemas.microsoft.com/office/powerpoint/2010/main" val="162940971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header-section-2">
            <a:extLst xmlns:a="http://schemas.openxmlformats.org/drawingml/2006/main">
              <a:ext uri="{FF2B5EF4-FFF2-40B4-BE49-F238E27FC236}">
                <a16:creationId xmlns:a16="http://schemas.microsoft.com/office/drawing/2014/main" id="{E6281C7D-6A44-4B23-B5EE-E56F2B2F2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E5E43"/>
                </a:solidFill>
              </a:defRPr>
            </a:pPr>
            <a:r>
              <a:rPr sz="825" b="1">
                <a:solidFill>
                  <a:srgbClr val="0E5E43"/>
                </a:solidFill>
              </a:rPr>
              <a:t>BRIEF RESPONSE</a:t>
            </a:r>
          </a:p>
        </p:txBody>
      </p:sp>
      <p:sp>
        <p:nvSpPr>
          <p:cNvPr id="2" name="page-2">
            <a:extLst xmlns:a="http://schemas.openxmlformats.org/drawingml/2006/main">
              <a:ext uri="{FF2B5EF4-FFF2-40B4-BE49-F238E27FC236}">
                <a16:creationId xmlns:a16="http://schemas.microsoft.com/office/drawing/2014/main" id="{1F8979C0-C4CD-46A8-9B0F-D84166AF5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02</a:t>
            </a:r>
          </a:p>
        </p:txBody>
      </p:sp>
      <p:sp>
        <p:nvSpPr>
          <p:cNvPr id="3" name="title-2">
            <a:extLst xmlns:a="http://schemas.openxmlformats.org/drawingml/2006/main">
              <a:ext uri="{FF2B5EF4-FFF2-40B4-BE49-F238E27FC236}">
                <a16:creationId xmlns:a16="http://schemas.microsoft.com/office/drawing/2014/main" id="{222B2354-0BA1-42DD-9827-4D0493F99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7810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01828"/>
                </a:solidFill>
              </a:defRPr>
            </a:pPr>
            <a:r>
              <a:rPr sz="2625" b="1">
                <a:solidFill>
                  <a:srgbClr val="101828"/>
                </a:solidFill>
              </a:rPr>
              <a:t>Translate the brief into decision standards</a:t>
            </a:r>
          </a:p>
        </p:txBody>
      </p:sp>
      <p:sp>
        <p:nvSpPr>
          <p:cNvPr id="4" name="subtitle-2">
            <a:extLst xmlns:a="http://schemas.openxmlformats.org/drawingml/2006/main">
              <a:ext uri="{FF2B5EF4-FFF2-40B4-BE49-F238E27FC236}">
                <a16:creationId xmlns:a16="http://schemas.microsoft.com/office/drawing/2014/main" id="{B5251392-C32D-491A-AF0E-DCC1D79B9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723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67085"/>
                </a:solidFill>
              </a:defRPr>
            </a:pPr>
            <a:r>
              <a:rPr sz="1275">
                <a:solidFill>
                  <a:srgbClr val="667085"/>
                </a:solidFill>
              </a:rPr>
              <a:t>Map client requirements to proposal responses and evidence.</a:t>
            </a:r>
          </a:p>
        </p:txBody>
      </p:sp>
      <p:sp>
        <p:nvSpPr>
          <p:cNvPr id="5" name="brief-col-0">
            <a:extLst xmlns:a="http://schemas.openxmlformats.org/drawingml/2006/main">
              <a:ext uri="{FF2B5EF4-FFF2-40B4-BE49-F238E27FC236}">
                <a16:creationId xmlns:a16="http://schemas.microsoft.com/office/drawing/2014/main" id="{F60C46B1-E6B1-4B4E-BF7A-3EAFE767E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2457450" cy="3048000"/>
          </a:xfrm>
          <a:prstGeom xmlns:a="http://schemas.openxmlformats.org/drawingml/2006/main" prst="roundRect">
            <a:avLst>
              <a:gd name="adj" fmla="val 310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F0"/>
            </a:solidFill>
            <a:prstDash val="solid"/>
          </a:ln>
        </p:spPr>
      </p:sp>
      <p:sp>
        <p:nvSpPr>
          <p:cNvPr id="6" name="brief-col-title-0">
            <a:extLst xmlns:a="http://schemas.openxmlformats.org/drawingml/2006/main">
              <a:ext uri="{FF2B5EF4-FFF2-40B4-BE49-F238E27FC236}">
                <a16:creationId xmlns:a16="http://schemas.microsoft.com/office/drawing/2014/main" id="{F314F2FA-ACF6-4E2C-9444-38D4D200B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E5E43"/>
                </a:solidFill>
              </a:defRPr>
            </a:pPr>
            <a:r>
              <a:rPr sz="1200" b="1">
                <a:solidFill>
                  <a:srgbClr val="0E5E43"/>
                </a:solidFill>
              </a:rPr>
              <a:t>Client requirement</a:t>
            </a:r>
          </a:p>
        </p:txBody>
      </p:sp>
      <p:sp>
        <p:nvSpPr>
          <p:cNvPr id="7" name="brief-col-body-0">
            <a:extLst xmlns:a="http://schemas.openxmlformats.org/drawingml/2006/main">
              <a:ext uri="{FF2B5EF4-FFF2-40B4-BE49-F238E27FC236}">
                <a16:creationId xmlns:a16="http://schemas.microsoft.com/office/drawing/2014/main" id="{2C62F9E1-F249-43C6-AF06-0813C6698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38450"/>
            <a:ext cx="2095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7085"/>
                </a:solidFill>
              </a:defRPr>
            </a:pPr>
            <a:r>
              <a:rPr sz="1050">
                <a:solidFill>
                  <a:srgbClr val="667085"/>
                </a:solidFill>
              </a:rPr>
              <a:t>Placeholder line 1</a:t>
            </a:r>
          </a:p>
          <a:p xmlns:a="http://schemas.openxmlformats.org/drawingml/2006/main">
            <a:pPr>
              <a:defRPr sz="1050">
                <a:solidFill>
                  <a:srgbClr val="667085"/>
                </a:solidFill>
              </a:defRPr>
            </a:pPr>
            <a:r>
              <a:rPr sz="1050">
                <a:solidFill>
                  <a:srgbClr val="667085"/>
                </a:solidFill>
              </a:rPr>
              <a:t>Placeholder line 2</a:t>
            </a:r>
          </a:p>
          <a:p xmlns:a="http://schemas.openxmlformats.org/drawingml/2006/main">
            <a:pPr>
              <a:defRPr sz="1050">
                <a:solidFill>
                  <a:srgbClr val="667085"/>
                </a:solidFill>
              </a:defRPr>
            </a:pPr>
            <a:r>
              <a:rPr sz="1050">
                <a:solidFill>
                  <a:srgbClr val="667085"/>
                </a:solidFill>
              </a:rPr>
              <a:t>Placeholder line 3</a:t>
            </a:r>
          </a:p>
        </p:txBody>
      </p:sp>
      <p:sp>
        <p:nvSpPr>
          <p:cNvPr id="8" name="brief-col-1">
            <a:extLst xmlns:a="http://schemas.openxmlformats.org/drawingml/2006/main">
              <a:ext uri="{FF2B5EF4-FFF2-40B4-BE49-F238E27FC236}">
                <a16:creationId xmlns:a16="http://schemas.microsoft.com/office/drawing/2014/main" id="{DD72A9EC-A8C5-49F6-97FD-0DB45D76F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209800"/>
            <a:ext cx="2457450" cy="3048000"/>
          </a:xfrm>
          <a:prstGeom xmlns:a="http://schemas.openxmlformats.org/drawingml/2006/main" prst="roundRect">
            <a:avLst>
              <a:gd name="adj" fmla="val 310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F0"/>
            </a:solidFill>
            <a:prstDash val="solid"/>
          </a:ln>
        </p:spPr>
      </p:sp>
      <p:sp>
        <p:nvSpPr>
          <p:cNvPr id="9" name="brief-col-title-1">
            <a:extLst xmlns:a="http://schemas.openxmlformats.org/drawingml/2006/main">
              <a:ext uri="{FF2B5EF4-FFF2-40B4-BE49-F238E27FC236}">
                <a16:creationId xmlns:a16="http://schemas.microsoft.com/office/drawing/2014/main" id="{FC5277D3-9C8C-416F-AAAD-558E2CEA5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3812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23C69"/>
                </a:solidFill>
              </a:defRPr>
            </a:pPr>
            <a:r>
              <a:rPr sz="1200" b="1">
                <a:solidFill>
                  <a:srgbClr val="123C69"/>
                </a:solidFill>
              </a:rPr>
              <a:t>Our interpretation</a:t>
            </a:r>
          </a:p>
        </p:txBody>
      </p:sp>
      <p:sp>
        <p:nvSpPr>
          <p:cNvPr id="10" name="brief-col-body-1">
            <a:extLst xmlns:a="http://schemas.openxmlformats.org/drawingml/2006/main">
              <a:ext uri="{FF2B5EF4-FFF2-40B4-BE49-F238E27FC236}">
                <a16:creationId xmlns:a16="http://schemas.microsoft.com/office/drawing/2014/main" id="{8022AAD8-25B2-4F80-A5DE-958E33335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838450"/>
            <a:ext cx="2095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7085"/>
                </a:solidFill>
              </a:defRPr>
            </a:pPr>
            <a:r>
              <a:rPr sz="1050">
                <a:solidFill>
                  <a:srgbClr val="667085"/>
                </a:solidFill>
              </a:rPr>
              <a:t>Placeholder line 1</a:t>
            </a:r>
          </a:p>
          <a:p xmlns:a="http://schemas.openxmlformats.org/drawingml/2006/main">
            <a:pPr>
              <a:defRPr sz="1050">
                <a:solidFill>
                  <a:srgbClr val="667085"/>
                </a:solidFill>
              </a:defRPr>
            </a:pPr>
            <a:r>
              <a:rPr sz="1050">
                <a:solidFill>
                  <a:srgbClr val="667085"/>
                </a:solidFill>
              </a:rPr>
              <a:t>Placeholder line 2</a:t>
            </a:r>
          </a:p>
          <a:p xmlns:a="http://schemas.openxmlformats.org/drawingml/2006/main">
            <a:pPr>
              <a:defRPr sz="1050">
                <a:solidFill>
                  <a:srgbClr val="667085"/>
                </a:solidFill>
              </a:defRPr>
            </a:pPr>
            <a:r>
              <a:rPr sz="1050">
                <a:solidFill>
                  <a:srgbClr val="667085"/>
                </a:solidFill>
              </a:rPr>
              <a:t>Placeholder line 3</a:t>
            </a:r>
          </a:p>
        </p:txBody>
      </p:sp>
      <p:sp>
        <p:nvSpPr>
          <p:cNvPr id="11" name="brief-col-2">
            <a:extLst xmlns:a="http://schemas.openxmlformats.org/drawingml/2006/main">
              <a:ext uri="{FF2B5EF4-FFF2-40B4-BE49-F238E27FC236}">
                <a16:creationId xmlns:a16="http://schemas.microsoft.com/office/drawing/2014/main" id="{93FC0725-D274-4A8C-8785-AFBD4CE70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209800"/>
            <a:ext cx="2457450" cy="3048000"/>
          </a:xfrm>
          <a:prstGeom xmlns:a="http://schemas.openxmlformats.org/drawingml/2006/main" prst="roundRect">
            <a:avLst>
              <a:gd name="adj" fmla="val 310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F0"/>
            </a:solidFill>
            <a:prstDash val="solid"/>
          </a:ln>
        </p:spPr>
      </p:sp>
      <p:sp>
        <p:nvSpPr>
          <p:cNvPr id="12" name="brief-col-title-2">
            <a:extLst xmlns:a="http://schemas.openxmlformats.org/drawingml/2006/main">
              <a:ext uri="{FF2B5EF4-FFF2-40B4-BE49-F238E27FC236}">
                <a16:creationId xmlns:a16="http://schemas.microsoft.com/office/drawing/2014/main" id="{538A0FB7-F26B-4C96-951B-9F5211FBE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3812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C6A15B"/>
                </a:solidFill>
              </a:defRPr>
            </a:pPr>
            <a:r>
              <a:rPr sz="1200" b="1">
                <a:solidFill>
                  <a:srgbClr val="C6A15B"/>
                </a:solidFill>
              </a:rPr>
              <a:t>Proposal response</a:t>
            </a:r>
          </a:p>
        </p:txBody>
      </p:sp>
      <p:sp>
        <p:nvSpPr>
          <p:cNvPr id="13" name="brief-col-body-2">
            <a:extLst xmlns:a="http://schemas.openxmlformats.org/drawingml/2006/main">
              <a:ext uri="{FF2B5EF4-FFF2-40B4-BE49-F238E27FC236}">
                <a16:creationId xmlns:a16="http://schemas.microsoft.com/office/drawing/2014/main" id="{0AEBEE8F-8AC7-42D4-B358-C43BEC5D2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838450"/>
            <a:ext cx="2095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7085"/>
                </a:solidFill>
              </a:defRPr>
            </a:pPr>
            <a:r>
              <a:rPr sz="1050">
                <a:solidFill>
                  <a:srgbClr val="667085"/>
                </a:solidFill>
              </a:rPr>
              <a:t>Placeholder line 1</a:t>
            </a:r>
          </a:p>
          <a:p xmlns:a="http://schemas.openxmlformats.org/drawingml/2006/main">
            <a:pPr>
              <a:defRPr sz="1050">
                <a:solidFill>
                  <a:srgbClr val="667085"/>
                </a:solidFill>
              </a:defRPr>
            </a:pPr>
            <a:r>
              <a:rPr sz="1050">
                <a:solidFill>
                  <a:srgbClr val="667085"/>
                </a:solidFill>
              </a:rPr>
              <a:t>Placeholder line 2</a:t>
            </a:r>
          </a:p>
          <a:p xmlns:a="http://schemas.openxmlformats.org/drawingml/2006/main">
            <a:pPr>
              <a:defRPr sz="1050">
                <a:solidFill>
                  <a:srgbClr val="667085"/>
                </a:solidFill>
              </a:defRPr>
            </a:pPr>
            <a:r>
              <a:rPr sz="1050">
                <a:solidFill>
                  <a:srgbClr val="667085"/>
                </a:solidFill>
              </a:rPr>
              <a:t>Placeholder line 3</a:t>
            </a:r>
          </a:p>
        </p:txBody>
      </p:sp>
      <p:sp>
        <p:nvSpPr>
          <p:cNvPr id="14" name="brief-col-3">
            <a:extLst xmlns:a="http://schemas.openxmlformats.org/drawingml/2006/main">
              <a:ext uri="{FF2B5EF4-FFF2-40B4-BE49-F238E27FC236}">
                <a16:creationId xmlns:a16="http://schemas.microsoft.com/office/drawing/2014/main" id="{D2E9A69D-2794-41CE-828B-FE7A4D1C1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209800"/>
            <a:ext cx="2457450" cy="3048000"/>
          </a:xfrm>
          <a:prstGeom xmlns:a="http://schemas.openxmlformats.org/drawingml/2006/main" prst="roundRect">
            <a:avLst>
              <a:gd name="adj" fmla="val 310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F0"/>
            </a:solidFill>
            <a:prstDash val="solid"/>
          </a:ln>
        </p:spPr>
      </p:sp>
      <p:sp>
        <p:nvSpPr>
          <p:cNvPr id="15" name="brief-col-title-3">
            <a:extLst xmlns:a="http://schemas.openxmlformats.org/drawingml/2006/main">
              <a:ext uri="{FF2B5EF4-FFF2-40B4-BE49-F238E27FC236}">
                <a16:creationId xmlns:a16="http://schemas.microsoft.com/office/drawing/2014/main" id="{CA3C152A-3186-40D7-9CC5-2C6A51430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3812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D86D55"/>
                </a:solidFill>
              </a:defRPr>
            </a:pPr>
            <a:r>
              <a:rPr sz="1200" b="1">
                <a:solidFill>
                  <a:srgbClr val="D86D55"/>
                </a:solidFill>
              </a:rPr>
              <a:t>Evidence page</a:t>
            </a:r>
          </a:p>
        </p:txBody>
      </p:sp>
      <p:sp>
        <p:nvSpPr>
          <p:cNvPr id="16" name="brief-col-body-3">
            <a:extLst xmlns:a="http://schemas.openxmlformats.org/drawingml/2006/main">
              <a:ext uri="{FF2B5EF4-FFF2-40B4-BE49-F238E27FC236}">
                <a16:creationId xmlns:a16="http://schemas.microsoft.com/office/drawing/2014/main" id="{C1FFDBC7-D055-4885-9CF4-5393144E8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838450"/>
            <a:ext cx="2095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7085"/>
                </a:solidFill>
              </a:defRPr>
            </a:pPr>
            <a:r>
              <a:rPr sz="1050">
                <a:solidFill>
                  <a:srgbClr val="667085"/>
                </a:solidFill>
              </a:rPr>
              <a:t>Placeholder line 1</a:t>
            </a:r>
          </a:p>
          <a:p xmlns:a="http://schemas.openxmlformats.org/drawingml/2006/main">
            <a:pPr>
              <a:defRPr sz="1050">
                <a:solidFill>
                  <a:srgbClr val="667085"/>
                </a:solidFill>
              </a:defRPr>
            </a:pPr>
            <a:r>
              <a:rPr sz="1050">
                <a:solidFill>
                  <a:srgbClr val="667085"/>
                </a:solidFill>
              </a:rPr>
              <a:t>Placeholder line 2</a:t>
            </a:r>
          </a:p>
          <a:p xmlns:a="http://schemas.openxmlformats.org/drawingml/2006/main">
            <a:pPr>
              <a:defRPr sz="1050">
                <a:solidFill>
                  <a:srgbClr val="667085"/>
                </a:solidFill>
              </a:defRPr>
            </a:pPr>
            <a:r>
              <a:rPr sz="1050">
                <a:solidFill>
                  <a:srgbClr val="667085"/>
                </a:solidFill>
              </a:rPr>
              <a:t>Placeholder line 3</a:t>
            </a:r>
          </a:p>
        </p:txBody>
      </p:sp>
      <p:sp>
        <p:nvSpPr>
          <p:cNvPr id="17" name="footer-line-2">
            <a:extLst xmlns:a="http://schemas.openxmlformats.org/drawingml/2006/main">
              <a:ext uri="{FF2B5EF4-FFF2-40B4-BE49-F238E27FC236}">
                <a16:creationId xmlns:a16="http://schemas.microsoft.com/office/drawing/2014/main" id="{100A4C8F-3BBA-412F-84C3-6AE796B16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2F0"/>
            </a:solidFill>
            <a:prstDash val="solid"/>
          </a:ln>
        </p:spPr>
      </p:sp>
      <p:sp>
        <p:nvSpPr>
          <p:cNvPr id="18" name="footer-2">
            <a:extLst xmlns:a="http://schemas.openxmlformats.org/drawingml/2006/main">
              <a:ext uri="{FF2B5EF4-FFF2-40B4-BE49-F238E27FC236}">
                <a16:creationId xmlns:a16="http://schemas.microsoft.com/office/drawing/2014/main" id="{52DC049D-5C3A-4E36-941D-EF9AEA17E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667085"/>
                </a:solidFill>
              </a:defRPr>
            </a:pPr>
            <a:r>
              <a:rPr sz="675">
                <a:solidFill>
                  <a:srgbClr val="667085"/>
                </a:solidFill>
              </a:rPr>
              <a:t>Confidential proposal draft | Replace with client/project footer</a:t>
            </a:r>
          </a:p>
        </p:txBody>
      </p:sp>
    </p:spTree>
    <p:extLst>
      <p:ext uri="{BB962C8B-B14F-4D97-AF65-F5344CB8AC3E}">
        <p14:creationId xmlns:p14="http://schemas.microsoft.com/office/powerpoint/2010/main" val="58470025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header-section-3">
            <a:extLst xmlns:a="http://schemas.openxmlformats.org/drawingml/2006/main">
              <a:ext uri="{FF2B5EF4-FFF2-40B4-BE49-F238E27FC236}">
                <a16:creationId xmlns:a16="http://schemas.microsoft.com/office/drawing/2014/main" id="{74224879-D7F6-4ECE-B86A-8A466B4F0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E5E43"/>
                </a:solidFill>
              </a:defRPr>
            </a:pPr>
            <a:r>
              <a:rPr sz="825" b="1">
                <a:solidFill>
                  <a:srgbClr val="0E5E43"/>
                </a:solidFill>
              </a:rPr>
              <a:t>STRATEGY MAP</a:t>
            </a:r>
          </a:p>
        </p:txBody>
      </p:sp>
      <p:sp>
        <p:nvSpPr>
          <p:cNvPr id="2" name="page-3">
            <a:extLst xmlns:a="http://schemas.openxmlformats.org/drawingml/2006/main">
              <a:ext uri="{FF2B5EF4-FFF2-40B4-BE49-F238E27FC236}">
                <a16:creationId xmlns:a16="http://schemas.microsoft.com/office/drawing/2014/main" id="{322224FE-90AF-4C47-9AE7-34F1CD803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03</a:t>
            </a:r>
          </a:p>
        </p:txBody>
      </p:sp>
      <p:sp>
        <p:nvSpPr>
          <p:cNvPr id="3" name="title-3">
            <a:extLst xmlns:a="http://schemas.openxmlformats.org/drawingml/2006/main">
              <a:ext uri="{FF2B5EF4-FFF2-40B4-BE49-F238E27FC236}">
                <a16:creationId xmlns:a16="http://schemas.microsoft.com/office/drawing/2014/main" id="{A5400C7E-1F37-4337-A897-B94746B11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7810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01828"/>
                </a:solidFill>
              </a:defRPr>
            </a:pPr>
            <a:r>
              <a:rPr sz="2625" b="1">
                <a:solidFill>
                  <a:srgbClr val="101828"/>
                </a:solidFill>
              </a:rPr>
              <a:t>A single strategic thesis should organize the deck</a:t>
            </a:r>
          </a:p>
        </p:txBody>
      </p:sp>
      <p:sp>
        <p:nvSpPr>
          <p:cNvPr id="4" name="subtitle-3">
            <a:extLst xmlns:a="http://schemas.openxmlformats.org/drawingml/2006/main">
              <a:ext uri="{FF2B5EF4-FFF2-40B4-BE49-F238E27FC236}">
                <a16:creationId xmlns:a16="http://schemas.microsoft.com/office/drawing/2014/main" id="{AEEC17D8-7899-4082-8263-14E307A8B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723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67085"/>
                </a:solidFill>
              </a:defRPr>
            </a:pPr>
            <a:r>
              <a:rPr sz="1275">
                <a:solidFill>
                  <a:srgbClr val="667085"/>
                </a:solidFill>
              </a:rPr>
              <a:t>Use one core judgment, then support it with three to five pillars.</a:t>
            </a:r>
          </a:p>
        </p:txBody>
      </p:sp>
      <p:sp>
        <p:nvSpPr>
          <p:cNvPr id="5" name="thesis-main">
            <a:extLst xmlns:a="http://schemas.openxmlformats.org/drawingml/2006/main">
              <a:ext uri="{FF2B5EF4-FFF2-40B4-BE49-F238E27FC236}">
                <a16:creationId xmlns:a16="http://schemas.microsoft.com/office/drawing/2014/main" id="{58D282FD-20C0-4BFF-AD13-EFD84163C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38375"/>
            <a:ext cx="9906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DF4EF"/>
          </a:solidFill>
          <a:ln xmlns:a="http://schemas.openxmlformats.org/drawingml/2006/main" w="9525">
            <a:solidFill>
              <a:srgbClr val="CFE3D7"/>
            </a:solidFill>
            <a:prstDash val="solid"/>
          </a:ln>
        </p:spPr>
      </p:sp>
      <p:sp>
        <p:nvSpPr>
          <p:cNvPr id="6" name="thesis-text">
            <a:extLst xmlns:a="http://schemas.openxmlformats.org/drawingml/2006/main">
              <a:ext uri="{FF2B5EF4-FFF2-40B4-BE49-F238E27FC236}">
                <a16:creationId xmlns:a16="http://schemas.microsoft.com/office/drawing/2014/main" id="{84710966-A85D-47C3-B3BB-E1C44CF90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47650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E5E43"/>
                </a:solidFill>
              </a:defRPr>
            </a:pPr>
            <a:r>
              <a:rPr sz="1950" b="1">
                <a:solidFill>
                  <a:srgbClr val="0E5E43"/>
                </a:solidFill>
              </a:rPr>
              <a:t>Core winning thesis / proposal proposition</a:t>
            </a:r>
          </a:p>
        </p:txBody>
      </p:sp>
      <p:sp>
        <p:nvSpPr>
          <p:cNvPr id="7" name="pillar-0-card">
            <a:extLst xmlns:a="http://schemas.openxmlformats.org/drawingml/2006/main">
              <a:ext uri="{FF2B5EF4-FFF2-40B4-BE49-F238E27FC236}">
                <a16:creationId xmlns:a16="http://schemas.microsoft.com/office/drawing/2014/main" id="{6A995436-A6AF-415B-BCAB-8ACC9955A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67125"/>
            <a:ext cx="22860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F0"/>
            </a:solidFill>
            <a:prstDash val="solid"/>
          </a:ln>
        </p:spPr>
      </p:sp>
      <p:sp>
        <p:nvSpPr>
          <p:cNvPr id="8" name="pillar-0-accent">
            <a:extLst xmlns:a="http://schemas.openxmlformats.org/drawingml/2006/main">
              <a:ext uri="{FF2B5EF4-FFF2-40B4-BE49-F238E27FC236}">
                <a16:creationId xmlns:a16="http://schemas.microsoft.com/office/drawing/2014/main" id="{9AD431A0-0FFE-4A13-972C-82619F10F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67125"/>
            <a:ext cx="571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5E43"/>
          </a:solidFill>
          <a:ln xmlns:a="http://schemas.openxmlformats.org/drawingml/2006/main" w="0">
            <a:solidFill>
              <a:srgbClr val="0E5E43"/>
            </a:solidFill>
            <a:prstDash val="solid"/>
          </a:ln>
        </p:spPr>
      </p:sp>
      <p:sp>
        <p:nvSpPr>
          <p:cNvPr id="9" name="pillar-0-label">
            <a:extLst xmlns:a="http://schemas.openxmlformats.org/drawingml/2006/main">
              <a:ext uri="{FF2B5EF4-FFF2-40B4-BE49-F238E27FC236}">
                <a16:creationId xmlns:a16="http://schemas.microsoft.com/office/drawing/2014/main" id="{28476341-C7D1-4AE1-A722-61C26AFF1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838575"/>
            <a:ext cx="1866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Pillar 01</a:t>
            </a:r>
          </a:p>
        </p:txBody>
      </p:sp>
      <p:sp>
        <p:nvSpPr>
          <p:cNvPr id="10" name="pillar-0-body">
            <a:extLst xmlns:a="http://schemas.openxmlformats.org/drawingml/2006/main">
              <a:ext uri="{FF2B5EF4-FFF2-40B4-BE49-F238E27FC236}">
                <a16:creationId xmlns:a16="http://schemas.microsoft.com/office/drawing/2014/main" id="{F7568712-965B-4B60-AC78-416F96ADE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00525"/>
            <a:ext cx="1866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7085"/>
                </a:solidFill>
              </a:defRPr>
            </a:pPr>
            <a:r>
              <a:rPr sz="1050">
                <a:solidFill>
                  <a:srgbClr val="667085"/>
                </a:solidFill>
              </a:rPr>
              <a:t>What this pillar changes, delivers, and proves.</a:t>
            </a:r>
          </a:p>
        </p:txBody>
      </p:sp>
      <p:sp>
        <p:nvSpPr>
          <p:cNvPr id="11" name="pillar-1-card">
            <a:extLst xmlns:a="http://schemas.openxmlformats.org/drawingml/2006/main">
              <a:ext uri="{FF2B5EF4-FFF2-40B4-BE49-F238E27FC236}">
                <a16:creationId xmlns:a16="http://schemas.microsoft.com/office/drawing/2014/main" id="{774071E8-C0CB-42D6-B69C-892D50126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667125"/>
            <a:ext cx="22860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F0"/>
            </a:solidFill>
            <a:prstDash val="solid"/>
          </a:ln>
        </p:spPr>
      </p:sp>
      <p:sp>
        <p:nvSpPr>
          <p:cNvPr id="12" name="pillar-1-accent">
            <a:extLst xmlns:a="http://schemas.openxmlformats.org/drawingml/2006/main">
              <a:ext uri="{FF2B5EF4-FFF2-40B4-BE49-F238E27FC236}">
                <a16:creationId xmlns:a16="http://schemas.microsoft.com/office/drawing/2014/main" id="{3E16F21E-E2E2-42B9-94C6-4B6B1F57B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667125"/>
            <a:ext cx="571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C69"/>
          </a:solidFill>
          <a:ln xmlns:a="http://schemas.openxmlformats.org/drawingml/2006/main" w="0">
            <a:solidFill>
              <a:srgbClr val="123C69"/>
            </a:solidFill>
            <a:prstDash val="solid"/>
          </a:ln>
        </p:spPr>
      </p:sp>
      <p:sp>
        <p:nvSpPr>
          <p:cNvPr id="13" name="pillar-1-label">
            <a:extLst xmlns:a="http://schemas.openxmlformats.org/drawingml/2006/main">
              <a:ext uri="{FF2B5EF4-FFF2-40B4-BE49-F238E27FC236}">
                <a16:creationId xmlns:a16="http://schemas.microsoft.com/office/drawing/2014/main" id="{40950B18-FA3C-4E3E-81FF-53580D649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838575"/>
            <a:ext cx="1866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Pillar 02</a:t>
            </a:r>
          </a:p>
        </p:txBody>
      </p:sp>
      <p:sp>
        <p:nvSpPr>
          <p:cNvPr id="14" name="pillar-1-body">
            <a:extLst xmlns:a="http://schemas.openxmlformats.org/drawingml/2006/main">
              <a:ext uri="{FF2B5EF4-FFF2-40B4-BE49-F238E27FC236}">
                <a16:creationId xmlns:a16="http://schemas.microsoft.com/office/drawing/2014/main" id="{EE0987F3-35A7-4141-A5D3-0D5167FCF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200525"/>
            <a:ext cx="1866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7085"/>
                </a:solidFill>
              </a:defRPr>
            </a:pPr>
            <a:r>
              <a:rPr sz="1050">
                <a:solidFill>
                  <a:srgbClr val="667085"/>
                </a:solidFill>
              </a:rPr>
              <a:t>What this pillar changes, delivers, and proves.</a:t>
            </a:r>
          </a:p>
        </p:txBody>
      </p:sp>
      <p:sp>
        <p:nvSpPr>
          <p:cNvPr id="15" name="pillar-2-card">
            <a:extLst xmlns:a="http://schemas.openxmlformats.org/drawingml/2006/main">
              <a:ext uri="{FF2B5EF4-FFF2-40B4-BE49-F238E27FC236}">
                <a16:creationId xmlns:a16="http://schemas.microsoft.com/office/drawing/2014/main" id="{A1EB0945-5A80-4C3A-AD40-1C7C586F1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67125"/>
            <a:ext cx="22860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F0"/>
            </a:solidFill>
            <a:prstDash val="solid"/>
          </a:ln>
        </p:spPr>
      </p:sp>
      <p:sp>
        <p:nvSpPr>
          <p:cNvPr id="16" name="pillar-2-accent">
            <a:extLst xmlns:a="http://schemas.openxmlformats.org/drawingml/2006/main">
              <a:ext uri="{FF2B5EF4-FFF2-40B4-BE49-F238E27FC236}">
                <a16:creationId xmlns:a16="http://schemas.microsoft.com/office/drawing/2014/main" id="{C096F1CE-96EB-4DA2-84BD-118F1FAC4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67125"/>
            <a:ext cx="571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A15B"/>
          </a:solidFill>
          <a:ln xmlns:a="http://schemas.openxmlformats.org/drawingml/2006/main" w="0">
            <a:solidFill>
              <a:srgbClr val="C6A15B"/>
            </a:solidFill>
            <a:prstDash val="solid"/>
          </a:ln>
        </p:spPr>
      </p:sp>
      <p:sp>
        <p:nvSpPr>
          <p:cNvPr id="17" name="pillar-2-label">
            <a:extLst xmlns:a="http://schemas.openxmlformats.org/drawingml/2006/main">
              <a:ext uri="{FF2B5EF4-FFF2-40B4-BE49-F238E27FC236}">
                <a16:creationId xmlns:a16="http://schemas.microsoft.com/office/drawing/2014/main" id="{02C0D6F7-EB18-4DFD-A6AD-3B67459D5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838575"/>
            <a:ext cx="1866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Pillar 03</a:t>
            </a:r>
          </a:p>
        </p:txBody>
      </p:sp>
      <p:sp>
        <p:nvSpPr>
          <p:cNvPr id="18" name="pillar-2-body">
            <a:extLst xmlns:a="http://schemas.openxmlformats.org/drawingml/2006/main">
              <a:ext uri="{FF2B5EF4-FFF2-40B4-BE49-F238E27FC236}">
                <a16:creationId xmlns:a16="http://schemas.microsoft.com/office/drawing/2014/main" id="{399BA52A-1289-4E17-A2BA-446D1B62C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200525"/>
            <a:ext cx="1866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7085"/>
                </a:solidFill>
              </a:defRPr>
            </a:pPr>
            <a:r>
              <a:rPr sz="1050">
                <a:solidFill>
                  <a:srgbClr val="667085"/>
                </a:solidFill>
              </a:rPr>
              <a:t>What this pillar changes, delivers, and proves.</a:t>
            </a:r>
          </a:p>
        </p:txBody>
      </p:sp>
      <p:sp>
        <p:nvSpPr>
          <p:cNvPr id="19" name="pillar-3-card">
            <a:extLst xmlns:a="http://schemas.openxmlformats.org/drawingml/2006/main">
              <a:ext uri="{FF2B5EF4-FFF2-40B4-BE49-F238E27FC236}">
                <a16:creationId xmlns:a16="http://schemas.microsoft.com/office/drawing/2014/main" id="{75680B3C-9217-4C3A-A0CA-8F535A726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667125"/>
            <a:ext cx="22860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F0"/>
            </a:solidFill>
            <a:prstDash val="solid"/>
          </a:ln>
        </p:spPr>
      </p:sp>
      <p:sp>
        <p:nvSpPr>
          <p:cNvPr id="20" name="pillar-3-accent">
            <a:extLst xmlns:a="http://schemas.openxmlformats.org/drawingml/2006/main">
              <a:ext uri="{FF2B5EF4-FFF2-40B4-BE49-F238E27FC236}">
                <a16:creationId xmlns:a16="http://schemas.microsoft.com/office/drawing/2014/main" id="{65FEF711-4250-4A84-B78B-86AB6EC13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667125"/>
            <a:ext cx="571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6D55"/>
          </a:solidFill>
          <a:ln xmlns:a="http://schemas.openxmlformats.org/drawingml/2006/main" w="0">
            <a:solidFill>
              <a:srgbClr val="D86D55"/>
            </a:solidFill>
            <a:prstDash val="solid"/>
          </a:ln>
        </p:spPr>
      </p:sp>
      <p:sp>
        <p:nvSpPr>
          <p:cNvPr id="21" name="pillar-3-label">
            <a:extLst xmlns:a="http://schemas.openxmlformats.org/drawingml/2006/main">
              <a:ext uri="{FF2B5EF4-FFF2-40B4-BE49-F238E27FC236}">
                <a16:creationId xmlns:a16="http://schemas.microsoft.com/office/drawing/2014/main" id="{41295885-D5CF-491B-8482-53A1BD62E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838575"/>
            <a:ext cx="1866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Pillar 04</a:t>
            </a:r>
          </a:p>
        </p:txBody>
      </p:sp>
      <p:sp>
        <p:nvSpPr>
          <p:cNvPr id="22" name="pillar-3-body">
            <a:extLst xmlns:a="http://schemas.openxmlformats.org/drawingml/2006/main">
              <a:ext uri="{FF2B5EF4-FFF2-40B4-BE49-F238E27FC236}">
                <a16:creationId xmlns:a16="http://schemas.microsoft.com/office/drawing/2014/main" id="{94DC4F17-7930-4B60-B372-A5983771D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200525"/>
            <a:ext cx="1866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7085"/>
                </a:solidFill>
              </a:defRPr>
            </a:pPr>
            <a:r>
              <a:rPr sz="1050">
                <a:solidFill>
                  <a:srgbClr val="667085"/>
                </a:solidFill>
              </a:rPr>
              <a:t>What this pillar changes, delivers, and proves.</a:t>
            </a:r>
          </a:p>
        </p:txBody>
      </p:sp>
      <p:sp>
        <p:nvSpPr>
          <p:cNvPr id="23" name="footer-line-3">
            <a:extLst xmlns:a="http://schemas.openxmlformats.org/drawingml/2006/main">
              <a:ext uri="{FF2B5EF4-FFF2-40B4-BE49-F238E27FC236}">
                <a16:creationId xmlns:a16="http://schemas.microsoft.com/office/drawing/2014/main" id="{7A06BD7E-5BDD-415B-8511-72BD59BF0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2F0"/>
            </a:solidFill>
            <a:prstDash val="solid"/>
          </a:ln>
        </p:spPr>
      </p:sp>
      <p:sp>
        <p:nvSpPr>
          <p:cNvPr id="24" name="footer-3">
            <a:extLst xmlns:a="http://schemas.openxmlformats.org/drawingml/2006/main">
              <a:ext uri="{FF2B5EF4-FFF2-40B4-BE49-F238E27FC236}">
                <a16:creationId xmlns:a16="http://schemas.microsoft.com/office/drawing/2014/main" id="{D4B7E527-7400-4FE3-87A7-4D31DB340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667085"/>
                </a:solidFill>
              </a:defRPr>
            </a:pPr>
            <a:r>
              <a:rPr sz="675">
                <a:solidFill>
                  <a:srgbClr val="667085"/>
                </a:solidFill>
              </a:rPr>
              <a:t>Confidential proposal draft | Replace with client/project footer</a:t>
            </a:r>
          </a:p>
        </p:txBody>
      </p:sp>
    </p:spTree>
    <p:extLst>
      <p:ext uri="{BB962C8B-B14F-4D97-AF65-F5344CB8AC3E}">
        <p14:creationId xmlns:p14="http://schemas.microsoft.com/office/powerpoint/2010/main" val="188871792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header-section-4">
            <a:extLst xmlns:a="http://schemas.openxmlformats.org/drawingml/2006/main">
              <a:ext uri="{FF2B5EF4-FFF2-40B4-BE49-F238E27FC236}">
                <a16:creationId xmlns:a16="http://schemas.microsoft.com/office/drawing/2014/main" id="{32AF7471-433B-4617-ACEB-6061BC6CD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E5E43"/>
                </a:solidFill>
              </a:defRPr>
            </a:pPr>
            <a:r>
              <a:rPr sz="825" b="1">
                <a:solidFill>
                  <a:srgbClr val="0E5E43"/>
                </a:solidFill>
              </a:rPr>
              <a:t>SOLUTION MODULES</a:t>
            </a:r>
          </a:p>
        </p:txBody>
      </p:sp>
      <p:sp>
        <p:nvSpPr>
          <p:cNvPr id="2" name="page-4">
            <a:extLst xmlns:a="http://schemas.openxmlformats.org/drawingml/2006/main">
              <a:ext uri="{FF2B5EF4-FFF2-40B4-BE49-F238E27FC236}">
                <a16:creationId xmlns:a16="http://schemas.microsoft.com/office/drawing/2014/main" id="{D8B6D8E6-9472-4601-AE23-55DE8C665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04</a:t>
            </a:r>
          </a:p>
        </p:txBody>
      </p:sp>
      <p:sp>
        <p:nvSpPr>
          <p:cNvPr id="3" name="title-4">
            <a:extLst xmlns:a="http://schemas.openxmlformats.org/drawingml/2006/main">
              <a:ext uri="{FF2B5EF4-FFF2-40B4-BE49-F238E27FC236}">
                <a16:creationId xmlns:a16="http://schemas.microsoft.com/office/drawing/2014/main" id="{C0169DFD-C89A-4C8D-90D8-A24D0D7E9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7810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01828"/>
                </a:solidFill>
              </a:defRPr>
            </a:pPr>
            <a:r>
              <a:rPr sz="2625" b="1">
                <a:solidFill>
                  <a:srgbClr val="101828"/>
                </a:solidFill>
              </a:rPr>
              <a:t>Each module needs a target, action, deliverable, and metric</a:t>
            </a:r>
          </a:p>
        </p:txBody>
      </p:sp>
      <p:sp>
        <p:nvSpPr>
          <p:cNvPr id="4" name="subtitle-4">
            <a:extLst xmlns:a="http://schemas.openxmlformats.org/drawingml/2006/main">
              <a:ext uri="{FF2B5EF4-FFF2-40B4-BE49-F238E27FC236}">
                <a16:creationId xmlns:a16="http://schemas.microsoft.com/office/drawing/2014/main" id="{1D44B9EC-6B57-44F5-A00A-F52F94480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723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67085"/>
                </a:solidFill>
              </a:defRPr>
            </a:pPr>
            <a:r>
              <a:rPr sz="1275">
                <a:solidFill>
                  <a:srgbClr val="667085"/>
                </a:solidFill>
              </a:rPr>
              <a:t>Avoid service lists by tying every module to business value.</a:t>
            </a:r>
          </a:p>
        </p:txBody>
      </p:sp>
      <p:sp>
        <p:nvSpPr>
          <p:cNvPr id="5" name="module-0-card">
            <a:extLst xmlns:a="http://schemas.openxmlformats.org/drawingml/2006/main">
              <a:ext uri="{FF2B5EF4-FFF2-40B4-BE49-F238E27FC236}">
                <a16:creationId xmlns:a16="http://schemas.microsoft.com/office/drawing/2014/main" id="{5E6CD90F-8F55-48D8-A4BA-7BB6CF67A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2286000" cy="24765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F0"/>
            </a:solidFill>
            <a:prstDash val="solid"/>
          </a:ln>
        </p:spPr>
      </p:sp>
      <p:sp>
        <p:nvSpPr>
          <p:cNvPr id="6" name="module-0-accent">
            <a:extLst xmlns:a="http://schemas.openxmlformats.org/drawingml/2006/main">
              <a:ext uri="{FF2B5EF4-FFF2-40B4-BE49-F238E27FC236}">
                <a16:creationId xmlns:a16="http://schemas.microsoft.com/office/drawing/2014/main" id="{B4CD675B-FD66-4B17-8ED4-6CEFF0367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571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5E43"/>
          </a:solidFill>
          <a:ln xmlns:a="http://schemas.openxmlformats.org/drawingml/2006/main" w="0">
            <a:solidFill>
              <a:srgbClr val="0E5E43"/>
            </a:solidFill>
            <a:prstDash val="solid"/>
          </a:ln>
        </p:spPr>
      </p:sp>
      <p:sp>
        <p:nvSpPr>
          <p:cNvPr id="7" name="module-0-label">
            <a:extLst xmlns:a="http://schemas.openxmlformats.org/drawingml/2006/main">
              <a:ext uri="{FF2B5EF4-FFF2-40B4-BE49-F238E27FC236}">
                <a16:creationId xmlns:a16="http://schemas.microsoft.com/office/drawing/2014/main" id="{429F9748-0262-4FD6-80FB-B29A9B94D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62200"/>
            <a:ext cx="1866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Target</a:t>
            </a:r>
          </a:p>
        </p:txBody>
      </p:sp>
      <p:sp>
        <p:nvSpPr>
          <p:cNvPr id="8" name="module-0-body">
            <a:extLst xmlns:a="http://schemas.openxmlformats.org/drawingml/2006/main">
              <a:ext uri="{FF2B5EF4-FFF2-40B4-BE49-F238E27FC236}">
                <a16:creationId xmlns:a16="http://schemas.microsoft.com/office/drawing/2014/main" id="{D1E766B6-5479-4FCE-9655-2FF258566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24150"/>
            <a:ext cx="18669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7085"/>
                </a:solidFill>
              </a:defRPr>
            </a:pPr>
            <a:r>
              <a:rPr sz="1050">
                <a:solidFill>
                  <a:srgbClr val="667085"/>
                </a:solidFill>
              </a:rPr>
              <a:t>Replace with concise module copy. Keep body text short and put detailed explanation in the script.</a:t>
            </a:r>
          </a:p>
        </p:txBody>
      </p:sp>
      <p:sp>
        <p:nvSpPr>
          <p:cNvPr id="9" name="module-1-card">
            <a:extLst xmlns:a="http://schemas.openxmlformats.org/drawingml/2006/main">
              <a:ext uri="{FF2B5EF4-FFF2-40B4-BE49-F238E27FC236}">
                <a16:creationId xmlns:a16="http://schemas.microsoft.com/office/drawing/2014/main" id="{7F8AFBD1-7F99-470C-B29E-26C364374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190750"/>
            <a:ext cx="2286000" cy="24765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F0"/>
            </a:solidFill>
            <a:prstDash val="solid"/>
          </a:ln>
        </p:spPr>
      </p:sp>
      <p:sp>
        <p:nvSpPr>
          <p:cNvPr id="10" name="module-1-accent">
            <a:extLst xmlns:a="http://schemas.openxmlformats.org/drawingml/2006/main">
              <a:ext uri="{FF2B5EF4-FFF2-40B4-BE49-F238E27FC236}">
                <a16:creationId xmlns:a16="http://schemas.microsoft.com/office/drawing/2014/main" id="{31B7D5E0-30F1-4BAD-858C-76999ECBC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190750"/>
            <a:ext cx="571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C69"/>
          </a:solidFill>
          <a:ln xmlns:a="http://schemas.openxmlformats.org/drawingml/2006/main" w="0">
            <a:solidFill>
              <a:srgbClr val="123C69"/>
            </a:solidFill>
            <a:prstDash val="solid"/>
          </a:ln>
        </p:spPr>
      </p:sp>
      <p:sp>
        <p:nvSpPr>
          <p:cNvPr id="11" name="module-1-label">
            <a:extLst xmlns:a="http://schemas.openxmlformats.org/drawingml/2006/main">
              <a:ext uri="{FF2B5EF4-FFF2-40B4-BE49-F238E27FC236}">
                <a16:creationId xmlns:a16="http://schemas.microsoft.com/office/drawing/2014/main" id="{68DFEEC1-FAF1-443D-AA37-2F5D7571C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362200"/>
            <a:ext cx="1866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Method</a:t>
            </a:r>
          </a:p>
        </p:txBody>
      </p:sp>
      <p:sp>
        <p:nvSpPr>
          <p:cNvPr id="12" name="module-1-body">
            <a:extLst xmlns:a="http://schemas.openxmlformats.org/drawingml/2006/main">
              <a:ext uri="{FF2B5EF4-FFF2-40B4-BE49-F238E27FC236}">
                <a16:creationId xmlns:a16="http://schemas.microsoft.com/office/drawing/2014/main" id="{4F90ADFF-98C9-4BBF-9945-9D9C3380D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724150"/>
            <a:ext cx="18669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7085"/>
                </a:solidFill>
              </a:defRPr>
            </a:pPr>
            <a:r>
              <a:rPr sz="1050">
                <a:solidFill>
                  <a:srgbClr val="667085"/>
                </a:solidFill>
              </a:rPr>
              <a:t>Replace with concise module copy. Keep body text short and put detailed explanation in the script.</a:t>
            </a:r>
          </a:p>
        </p:txBody>
      </p:sp>
      <p:sp>
        <p:nvSpPr>
          <p:cNvPr id="13" name="module-2-card">
            <a:extLst xmlns:a="http://schemas.openxmlformats.org/drawingml/2006/main">
              <a:ext uri="{FF2B5EF4-FFF2-40B4-BE49-F238E27FC236}">
                <a16:creationId xmlns:a16="http://schemas.microsoft.com/office/drawing/2014/main" id="{A4460243-E22F-4073-9894-A2FF88CEB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90750"/>
            <a:ext cx="2286000" cy="24765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F0"/>
            </a:solidFill>
            <a:prstDash val="solid"/>
          </a:ln>
        </p:spPr>
      </p:sp>
      <p:sp>
        <p:nvSpPr>
          <p:cNvPr id="14" name="module-2-accent">
            <a:extLst xmlns:a="http://schemas.openxmlformats.org/drawingml/2006/main">
              <a:ext uri="{FF2B5EF4-FFF2-40B4-BE49-F238E27FC236}">
                <a16:creationId xmlns:a16="http://schemas.microsoft.com/office/drawing/2014/main" id="{22AB5EEC-3AA6-4145-A6EC-005C65B91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90750"/>
            <a:ext cx="571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A15B"/>
          </a:solidFill>
          <a:ln xmlns:a="http://schemas.openxmlformats.org/drawingml/2006/main" w="0">
            <a:solidFill>
              <a:srgbClr val="C6A15B"/>
            </a:solidFill>
            <a:prstDash val="solid"/>
          </a:ln>
        </p:spPr>
      </p:sp>
      <p:sp>
        <p:nvSpPr>
          <p:cNvPr id="15" name="module-2-label">
            <a:extLst xmlns:a="http://schemas.openxmlformats.org/drawingml/2006/main">
              <a:ext uri="{FF2B5EF4-FFF2-40B4-BE49-F238E27FC236}">
                <a16:creationId xmlns:a16="http://schemas.microsoft.com/office/drawing/2014/main" id="{34B693F6-B182-4657-A27F-2C7CC2139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362200"/>
            <a:ext cx="1866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Deliverable</a:t>
            </a:r>
          </a:p>
        </p:txBody>
      </p:sp>
      <p:sp>
        <p:nvSpPr>
          <p:cNvPr id="16" name="module-2-body">
            <a:extLst xmlns:a="http://schemas.openxmlformats.org/drawingml/2006/main">
              <a:ext uri="{FF2B5EF4-FFF2-40B4-BE49-F238E27FC236}">
                <a16:creationId xmlns:a16="http://schemas.microsoft.com/office/drawing/2014/main" id="{7A613358-B53E-4F24-B190-51CA76816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724150"/>
            <a:ext cx="18669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7085"/>
                </a:solidFill>
              </a:defRPr>
            </a:pPr>
            <a:r>
              <a:rPr sz="1050">
                <a:solidFill>
                  <a:srgbClr val="667085"/>
                </a:solidFill>
              </a:rPr>
              <a:t>Replace with concise module copy. Keep body text short and put detailed explanation in the script.</a:t>
            </a:r>
          </a:p>
        </p:txBody>
      </p:sp>
      <p:sp>
        <p:nvSpPr>
          <p:cNvPr id="17" name="module-3-card">
            <a:extLst xmlns:a="http://schemas.openxmlformats.org/drawingml/2006/main">
              <a:ext uri="{FF2B5EF4-FFF2-40B4-BE49-F238E27FC236}">
                <a16:creationId xmlns:a16="http://schemas.microsoft.com/office/drawing/2014/main" id="{37BEE02C-CC50-44AB-8EC0-448D92798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190750"/>
            <a:ext cx="2286000" cy="24765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F0"/>
            </a:solidFill>
            <a:prstDash val="solid"/>
          </a:ln>
        </p:spPr>
      </p:sp>
      <p:sp>
        <p:nvSpPr>
          <p:cNvPr id="18" name="module-3-accent">
            <a:extLst xmlns:a="http://schemas.openxmlformats.org/drawingml/2006/main">
              <a:ext uri="{FF2B5EF4-FFF2-40B4-BE49-F238E27FC236}">
                <a16:creationId xmlns:a16="http://schemas.microsoft.com/office/drawing/2014/main" id="{42F3DC82-ABA7-4B64-A25A-50A71D5A3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190750"/>
            <a:ext cx="571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6D55"/>
          </a:solidFill>
          <a:ln xmlns:a="http://schemas.openxmlformats.org/drawingml/2006/main" w="0">
            <a:solidFill>
              <a:srgbClr val="D86D55"/>
            </a:solidFill>
            <a:prstDash val="solid"/>
          </a:ln>
        </p:spPr>
      </p:sp>
      <p:sp>
        <p:nvSpPr>
          <p:cNvPr id="19" name="module-3-label">
            <a:extLst xmlns:a="http://schemas.openxmlformats.org/drawingml/2006/main">
              <a:ext uri="{FF2B5EF4-FFF2-40B4-BE49-F238E27FC236}">
                <a16:creationId xmlns:a16="http://schemas.microsoft.com/office/drawing/2014/main" id="{0C4FB60C-AD48-4C96-9A46-B6D5070B9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362200"/>
            <a:ext cx="1866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Measure</a:t>
            </a:r>
          </a:p>
        </p:txBody>
      </p:sp>
      <p:sp>
        <p:nvSpPr>
          <p:cNvPr id="20" name="module-3-body">
            <a:extLst xmlns:a="http://schemas.openxmlformats.org/drawingml/2006/main">
              <a:ext uri="{FF2B5EF4-FFF2-40B4-BE49-F238E27FC236}">
                <a16:creationId xmlns:a16="http://schemas.microsoft.com/office/drawing/2014/main" id="{03633F38-7E7E-4D76-8DAD-391EC6F6F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724150"/>
            <a:ext cx="18669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7085"/>
                </a:solidFill>
              </a:defRPr>
            </a:pPr>
            <a:r>
              <a:rPr sz="1050">
                <a:solidFill>
                  <a:srgbClr val="667085"/>
                </a:solidFill>
              </a:rPr>
              <a:t>Replace with concise module copy. Keep body text short and put detailed explanation in the script.</a:t>
            </a:r>
          </a:p>
        </p:txBody>
      </p:sp>
      <p:sp>
        <p:nvSpPr>
          <p:cNvPr id="21" name="footer-line-4">
            <a:extLst xmlns:a="http://schemas.openxmlformats.org/drawingml/2006/main">
              <a:ext uri="{FF2B5EF4-FFF2-40B4-BE49-F238E27FC236}">
                <a16:creationId xmlns:a16="http://schemas.microsoft.com/office/drawing/2014/main" id="{901C5DE0-A244-4304-9009-9F273AB70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2F0"/>
            </a:solidFill>
            <a:prstDash val="solid"/>
          </a:ln>
        </p:spPr>
      </p:sp>
      <p:sp>
        <p:nvSpPr>
          <p:cNvPr id="22" name="footer-4">
            <a:extLst xmlns:a="http://schemas.openxmlformats.org/drawingml/2006/main">
              <a:ext uri="{FF2B5EF4-FFF2-40B4-BE49-F238E27FC236}">
                <a16:creationId xmlns:a16="http://schemas.microsoft.com/office/drawing/2014/main" id="{C4896225-5B16-454C-AD69-7511998AE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667085"/>
                </a:solidFill>
              </a:defRPr>
            </a:pPr>
            <a:r>
              <a:rPr sz="675">
                <a:solidFill>
                  <a:srgbClr val="667085"/>
                </a:solidFill>
              </a:rPr>
              <a:t>Confidential proposal draft | Replace with client/project footer</a:t>
            </a:r>
          </a:p>
        </p:txBody>
      </p:sp>
    </p:spTree>
    <p:extLst>
      <p:ext uri="{BB962C8B-B14F-4D97-AF65-F5344CB8AC3E}">
        <p14:creationId xmlns:p14="http://schemas.microsoft.com/office/powerpoint/2010/main" val="82769222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header-section-5">
            <a:extLst xmlns:a="http://schemas.openxmlformats.org/drawingml/2006/main">
              <a:ext uri="{FF2B5EF4-FFF2-40B4-BE49-F238E27FC236}">
                <a16:creationId xmlns:a16="http://schemas.microsoft.com/office/drawing/2014/main" id="{FA66C77D-8E03-4853-B928-F3FD524AB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E5E43"/>
                </a:solidFill>
              </a:defRPr>
            </a:pPr>
            <a:r>
              <a:rPr sz="825" b="1">
                <a:solidFill>
                  <a:srgbClr val="0E5E43"/>
                </a:solidFill>
              </a:rPr>
              <a:t>EXECUTION ROADMAP</a:t>
            </a:r>
          </a:p>
        </p:txBody>
      </p:sp>
      <p:sp>
        <p:nvSpPr>
          <p:cNvPr id="2" name="page-5">
            <a:extLst xmlns:a="http://schemas.openxmlformats.org/drawingml/2006/main">
              <a:ext uri="{FF2B5EF4-FFF2-40B4-BE49-F238E27FC236}">
                <a16:creationId xmlns:a16="http://schemas.microsoft.com/office/drawing/2014/main" id="{99989D65-EE33-41F7-8C9F-AE991CAD6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05</a:t>
            </a:r>
          </a:p>
        </p:txBody>
      </p:sp>
      <p:sp>
        <p:nvSpPr>
          <p:cNvPr id="3" name="title-5">
            <a:extLst xmlns:a="http://schemas.openxmlformats.org/drawingml/2006/main">
              <a:ext uri="{FF2B5EF4-FFF2-40B4-BE49-F238E27FC236}">
                <a16:creationId xmlns:a16="http://schemas.microsoft.com/office/drawing/2014/main" id="{1E376D77-296A-405C-9754-308073CD3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7810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01828"/>
                </a:solidFill>
              </a:defRPr>
            </a:pPr>
            <a:r>
              <a:rPr sz="2625" b="1">
                <a:solidFill>
                  <a:srgbClr val="101828"/>
                </a:solidFill>
              </a:rPr>
              <a:t>Execution should show progression, not only dates</a:t>
            </a:r>
          </a:p>
        </p:txBody>
      </p:sp>
      <p:sp>
        <p:nvSpPr>
          <p:cNvPr id="4" name="subtitle-5">
            <a:extLst xmlns:a="http://schemas.openxmlformats.org/drawingml/2006/main">
              <a:ext uri="{FF2B5EF4-FFF2-40B4-BE49-F238E27FC236}">
                <a16:creationId xmlns:a16="http://schemas.microsoft.com/office/drawing/2014/main" id="{1EFB751E-64EA-4E43-8B67-48839FBA2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723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67085"/>
                </a:solidFill>
              </a:defRPr>
            </a:pPr>
            <a:r>
              <a:rPr sz="1275">
                <a:solidFill>
                  <a:srgbClr val="667085"/>
                </a:solidFill>
              </a:rPr>
              <a:t>Use cold start, stabilization, scale-up, and review phases.</a:t>
            </a:r>
          </a:p>
        </p:txBody>
      </p:sp>
      <p:sp>
        <p:nvSpPr>
          <p:cNvPr id="5" name="roadmap-line">
            <a:extLst xmlns:a="http://schemas.openxmlformats.org/drawingml/2006/main">
              <a:ext uri="{FF2B5EF4-FFF2-40B4-BE49-F238E27FC236}">
                <a16:creationId xmlns:a16="http://schemas.microsoft.com/office/drawing/2014/main" id="{D16C0A11-E3DD-4C42-BF6B-C6A6599C7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143250"/>
            <a:ext cx="971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E5E43"/>
            </a:solidFill>
            <a:prstDash val="solid"/>
          </a:ln>
        </p:spPr>
      </p:sp>
      <p:sp>
        <p:nvSpPr>
          <p:cNvPr id="6" name="roadmap-dot-0">
            <a:extLst xmlns:a="http://schemas.openxmlformats.org/drawingml/2006/main">
              <a:ext uri="{FF2B5EF4-FFF2-40B4-BE49-F238E27FC236}">
                <a16:creationId xmlns:a16="http://schemas.microsoft.com/office/drawing/2014/main" id="{C6877D6E-D2C5-4941-8024-837B23A2C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9718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5E43"/>
          </a:solidFill>
          <a:ln xmlns:a="http://schemas.openxmlformats.org/drawingml/2006/main" w="0">
            <a:solidFill>
              <a:srgbClr val="0E5E43"/>
            </a:solidFill>
            <a:prstDash val="solid"/>
          </a:ln>
        </p:spPr>
      </p:sp>
      <p:sp>
        <p:nvSpPr>
          <p:cNvPr id="7" name="roadmap-label-0">
            <a:extLst xmlns:a="http://schemas.openxmlformats.org/drawingml/2006/main">
              <a:ext uri="{FF2B5EF4-FFF2-40B4-BE49-F238E27FC236}">
                <a16:creationId xmlns:a16="http://schemas.microsoft.com/office/drawing/2014/main" id="{89371092-863A-4C22-979F-E7FC72444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05200"/>
            <a:ext cx="1295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W1-4</a:t>
            </a:r>
          </a:p>
        </p:txBody>
      </p:sp>
      <p:sp>
        <p:nvSpPr>
          <p:cNvPr id="8" name="roadmap-body-0">
            <a:extLst xmlns:a="http://schemas.openxmlformats.org/drawingml/2006/main">
              <a:ext uri="{FF2B5EF4-FFF2-40B4-BE49-F238E27FC236}">
                <a16:creationId xmlns:a16="http://schemas.microsoft.com/office/drawing/2014/main" id="{7CD9B29E-2F55-4291-8ABD-CCDE56D61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86200"/>
            <a:ext cx="1866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667085"/>
                </a:solidFill>
              </a:defRPr>
            </a:pPr>
            <a:r>
              <a:rPr sz="975">
                <a:solidFill>
                  <a:srgbClr val="667085"/>
                </a:solidFill>
              </a:rPr>
              <a:t>Phase objective</a:t>
            </a:r>
          </a:p>
          <a:p xmlns:a="http://schemas.openxmlformats.org/drawingml/2006/main">
            <a:pPr algn="ctr">
              <a:defRPr sz="975">
                <a:solidFill>
                  <a:srgbClr val="667085"/>
                </a:solidFill>
              </a:defRPr>
            </a:pPr>
            <a:r>
              <a:rPr sz="975">
                <a:solidFill>
                  <a:srgbClr val="667085"/>
                </a:solidFill>
              </a:rPr>
              <a:t>Key deliverables</a:t>
            </a:r>
          </a:p>
          <a:p xmlns:a="http://schemas.openxmlformats.org/drawingml/2006/main">
            <a:pPr algn="ctr">
              <a:defRPr sz="975">
                <a:solidFill>
                  <a:srgbClr val="667085"/>
                </a:solidFill>
              </a:defRPr>
            </a:pPr>
            <a:r>
              <a:rPr sz="975">
                <a:solidFill>
                  <a:srgbClr val="667085"/>
                </a:solidFill>
              </a:rPr>
              <a:t>Review point</a:t>
            </a:r>
          </a:p>
        </p:txBody>
      </p:sp>
      <p:sp>
        <p:nvSpPr>
          <p:cNvPr id="9" name="roadmap-dot-1">
            <a:extLst xmlns:a="http://schemas.openxmlformats.org/drawingml/2006/main">
              <a:ext uri="{FF2B5EF4-FFF2-40B4-BE49-F238E27FC236}">
                <a16:creationId xmlns:a16="http://schemas.microsoft.com/office/drawing/2014/main" id="{663F4880-8D0D-4193-AFFF-2614F4BF2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9718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5E43"/>
          </a:solidFill>
          <a:ln xmlns:a="http://schemas.openxmlformats.org/drawingml/2006/main" w="0">
            <a:solidFill>
              <a:srgbClr val="0E5E43"/>
            </a:solidFill>
            <a:prstDash val="solid"/>
          </a:ln>
        </p:spPr>
      </p:sp>
      <p:sp>
        <p:nvSpPr>
          <p:cNvPr id="10" name="roadmap-label-1">
            <a:extLst xmlns:a="http://schemas.openxmlformats.org/drawingml/2006/main">
              <a:ext uri="{FF2B5EF4-FFF2-40B4-BE49-F238E27FC236}">
                <a16:creationId xmlns:a16="http://schemas.microsoft.com/office/drawing/2014/main" id="{F5459FCD-F198-4507-927A-222E1AAF9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505200"/>
            <a:ext cx="1295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W5-8</a:t>
            </a:r>
          </a:p>
        </p:txBody>
      </p:sp>
      <p:sp>
        <p:nvSpPr>
          <p:cNvPr id="11" name="roadmap-body-1">
            <a:extLst xmlns:a="http://schemas.openxmlformats.org/drawingml/2006/main">
              <a:ext uri="{FF2B5EF4-FFF2-40B4-BE49-F238E27FC236}">
                <a16:creationId xmlns:a16="http://schemas.microsoft.com/office/drawing/2014/main" id="{6DFB363E-E4D1-4F1C-B369-B6C712BE8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886200"/>
            <a:ext cx="1866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667085"/>
                </a:solidFill>
              </a:defRPr>
            </a:pPr>
            <a:r>
              <a:rPr sz="975">
                <a:solidFill>
                  <a:srgbClr val="667085"/>
                </a:solidFill>
              </a:rPr>
              <a:t>Phase objective</a:t>
            </a:r>
          </a:p>
          <a:p xmlns:a="http://schemas.openxmlformats.org/drawingml/2006/main">
            <a:pPr algn="ctr">
              <a:defRPr sz="975">
                <a:solidFill>
                  <a:srgbClr val="667085"/>
                </a:solidFill>
              </a:defRPr>
            </a:pPr>
            <a:r>
              <a:rPr sz="975">
                <a:solidFill>
                  <a:srgbClr val="667085"/>
                </a:solidFill>
              </a:rPr>
              <a:t>Key deliverables</a:t>
            </a:r>
          </a:p>
          <a:p xmlns:a="http://schemas.openxmlformats.org/drawingml/2006/main">
            <a:pPr algn="ctr">
              <a:defRPr sz="975">
                <a:solidFill>
                  <a:srgbClr val="667085"/>
                </a:solidFill>
              </a:defRPr>
            </a:pPr>
            <a:r>
              <a:rPr sz="975">
                <a:solidFill>
                  <a:srgbClr val="667085"/>
                </a:solidFill>
              </a:rPr>
              <a:t>Review point</a:t>
            </a:r>
          </a:p>
        </p:txBody>
      </p:sp>
      <p:sp>
        <p:nvSpPr>
          <p:cNvPr id="12" name="roadmap-dot-2">
            <a:extLst xmlns:a="http://schemas.openxmlformats.org/drawingml/2006/main">
              <a:ext uri="{FF2B5EF4-FFF2-40B4-BE49-F238E27FC236}">
                <a16:creationId xmlns:a16="http://schemas.microsoft.com/office/drawing/2014/main" id="{460524DC-4950-4C54-81A3-85C5FF58C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9718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5E43"/>
          </a:solidFill>
          <a:ln xmlns:a="http://schemas.openxmlformats.org/drawingml/2006/main" w="0">
            <a:solidFill>
              <a:srgbClr val="0E5E43"/>
            </a:solidFill>
            <a:prstDash val="solid"/>
          </a:ln>
        </p:spPr>
      </p:sp>
      <p:sp>
        <p:nvSpPr>
          <p:cNvPr id="13" name="roadmap-label-2">
            <a:extLst xmlns:a="http://schemas.openxmlformats.org/drawingml/2006/main">
              <a:ext uri="{FF2B5EF4-FFF2-40B4-BE49-F238E27FC236}">
                <a16:creationId xmlns:a16="http://schemas.microsoft.com/office/drawing/2014/main" id="{8C689CBE-183C-4463-B08C-5A78596A9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505200"/>
            <a:ext cx="1295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W9-12</a:t>
            </a:r>
          </a:p>
        </p:txBody>
      </p:sp>
      <p:sp>
        <p:nvSpPr>
          <p:cNvPr id="14" name="roadmap-body-2">
            <a:extLst xmlns:a="http://schemas.openxmlformats.org/drawingml/2006/main">
              <a:ext uri="{FF2B5EF4-FFF2-40B4-BE49-F238E27FC236}">
                <a16:creationId xmlns:a16="http://schemas.microsoft.com/office/drawing/2014/main" id="{BA5CCBC8-F563-46B2-934F-372E140A3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886200"/>
            <a:ext cx="1866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667085"/>
                </a:solidFill>
              </a:defRPr>
            </a:pPr>
            <a:r>
              <a:rPr sz="975">
                <a:solidFill>
                  <a:srgbClr val="667085"/>
                </a:solidFill>
              </a:rPr>
              <a:t>Phase objective</a:t>
            </a:r>
          </a:p>
          <a:p xmlns:a="http://schemas.openxmlformats.org/drawingml/2006/main">
            <a:pPr algn="ctr">
              <a:defRPr sz="975">
                <a:solidFill>
                  <a:srgbClr val="667085"/>
                </a:solidFill>
              </a:defRPr>
            </a:pPr>
            <a:r>
              <a:rPr sz="975">
                <a:solidFill>
                  <a:srgbClr val="667085"/>
                </a:solidFill>
              </a:rPr>
              <a:t>Key deliverables</a:t>
            </a:r>
          </a:p>
          <a:p xmlns:a="http://schemas.openxmlformats.org/drawingml/2006/main">
            <a:pPr algn="ctr">
              <a:defRPr sz="975">
                <a:solidFill>
                  <a:srgbClr val="667085"/>
                </a:solidFill>
              </a:defRPr>
            </a:pPr>
            <a:r>
              <a:rPr sz="975">
                <a:solidFill>
                  <a:srgbClr val="667085"/>
                </a:solidFill>
              </a:rPr>
              <a:t>Review point</a:t>
            </a:r>
          </a:p>
        </p:txBody>
      </p:sp>
      <p:sp>
        <p:nvSpPr>
          <p:cNvPr id="15" name="roadmap-dot-3">
            <a:extLst xmlns:a="http://schemas.openxmlformats.org/drawingml/2006/main">
              <a:ext uri="{FF2B5EF4-FFF2-40B4-BE49-F238E27FC236}">
                <a16:creationId xmlns:a16="http://schemas.microsoft.com/office/drawing/2014/main" id="{4B7345C0-9C5A-446B-B5A2-45AC1CF36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9718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5E43"/>
          </a:solidFill>
          <a:ln xmlns:a="http://schemas.openxmlformats.org/drawingml/2006/main" w="0">
            <a:solidFill>
              <a:srgbClr val="0E5E43"/>
            </a:solidFill>
            <a:prstDash val="solid"/>
          </a:ln>
        </p:spPr>
      </p:sp>
      <p:sp>
        <p:nvSpPr>
          <p:cNvPr id="16" name="roadmap-label-3">
            <a:extLst xmlns:a="http://schemas.openxmlformats.org/drawingml/2006/main">
              <a:ext uri="{FF2B5EF4-FFF2-40B4-BE49-F238E27FC236}">
                <a16:creationId xmlns:a16="http://schemas.microsoft.com/office/drawing/2014/main" id="{B10A69CB-C343-493F-B562-6B976703B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505200"/>
            <a:ext cx="1295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Q2+</a:t>
            </a:r>
          </a:p>
        </p:txBody>
      </p:sp>
      <p:sp>
        <p:nvSpPr>
          <p:cNvPr id="17" name="roadmap-body-3">
            <a:extLst xmlns:a="http://schemas.openxmlformats.org/drawingml/2006/main">
              <a:ext uri="{FF2B5EF4-FFF2-40B4-BE49-F238E27FC236}">
                <a16:creationId xmlns:a16="http://schemas.microsoft.com/office/drawing/2014/main" id="{B96C55E9-3A54-4EB4-BE89-2D9F043D5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886200"/>
            <a:ext cx="1866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667085"/>
                </a:solidFill>
              </a:defRPr>
            </a:pPr>
            <a:r>
              <a:rPr sz="975">
                <a:solidFill>
                  <a:srgbClr val="667085"/>
                </a:solidFill>
              </a:rPr>
              <a:t>Phase objective</a:t>
            </a:r>
          </a:p>
          <a:p xmlns:a="http://schemas.openxmlformats.org/drawingml/2006/main">
            <a:pPr algn="ctr">
              <a:defRPr sz="975">
                <a:solidFill>
                  <a:srgbClr val="667085"/>
                </a:solidFill>
              </a:defRPr>
            </a:pPr>
            <a:r>
              <a:rPr sz="975">
                <a:solidFill>
                  <a:srgbClr val="667085"/>
                </a:solidFill>
              </a:rPr>
              <a:t>Key deliverables</a:t>
            </a:r>
          </a:p>
          <a:p xmlns:a="http://schemas.openxmlformats.org/drawingml/2006/main">
            <a:pPr algn="ctr">
              <a:defRPr sz="975">
                <a:solidFill>
                  <a:srgbClr val="667085"/>
                </a:solidFill>
              </a:defRPr>
            </a:pPr>
            <a:r>
              <a:rPr sz="975">
                <a:solidFill>
                  <a:srgbClr val="667085"/>
                </a:solidFill>
              </a:rPr>
              <a:t>Review point</a:t>
            </a:r>
          </a:p>
        </p:txBody>
      </p:sp>
      <p:sp>
        <p:nvSpPr>
          <p:cNvPr id="18" name="footer-line-5">
            <a:extLst xmlns:a="http://schemas.openxmlformats.org/drawingml/2006/main">
              <a:ext uri="{FF2B5EF4-FFF2-40B4-BE49-F238E27FC236}">
                <a16:creationId xmlns:a16="http://schemas.microsoft.com/office/drawing/2014/main" id="{F1867F3F-AA57-4766-A27A-3E0440166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2F0"/>
            </a:solidFill>
            <a:prstDash val="solid"/>
          </a:ln>
        </p:spPr>
      </p:sp>
      <p:sp>
        <p:nvSpPr>
          <p:cNvPr id="19" name="footer-5">
            <a:extLst xmlns:a="http://schemas.openxmlformats.org/drawingml/2006/main">
              <a:ext uri="{FF2B5EF4-FFF2-40B4-BE49-F238E27FC236}">
                <a16:creationId xmlns:a16="http://schemas.microsoft.com/office/drawing/2014/main" id="{2CF8145F-75A3-4D3B-B98D-BF05BEB49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667085"/>
                </a:solidFill>
              </a:defRPr>
            </a:pPr>
            <a:r>
              <a:rPr sz="675">
                <a:solidFill>
                  <a:srgbClr val="667085"/>
                </a:solidFill>
              </a:rPr>
              <a:t>Confidential proposal draft | Replace with client/project footer</a:t>
            </a:r>
          </a:p>
        </p:txBody>
      </p:sp>
    </p:spTree>
    <p:extLst>
      <p:ext uri="{BB962C8B-B14F-4D97-AF65-F5344CB8AC3E}">
        <p14:creationId xmlns:p14="http://schemas.microsoft.com/office/powerpoint/2010/main" val="4660954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header-section-6">
            <a:extLst xmlns:a="http://schemas.openxmlformats.org/drawingml/2006/main">
              <a:ext uri="{FF2B5EF4-FFF2-40B4-BE49-F238E27FC236}">
                <a16:creationId xmlns:a16="http://schemas.microsoft.com/office/drawing/2014/main" id="{AA58ECF6-AA35-42C3-A679-FA13C02D6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E5E43"/>
                </a:solidFill>
              </a:defRPr>
            </a:pPr>
            <a:r>
              <a:rPr sz="825" b="1">
                <a:solidFill>
                  <a:srgbClr val="0E5E43"/>
                </a:solidFill>
              </a:rPr>
              <a:t>COMMERCIAL TERMS</a:t>
            </a:r>
          </a:p>
        </p:txBody>
      </p:sp>
      <p:sp>
        <p:nvSpPr>
          <p:cNvPr id="2" name="page-6">
            <a:extLst xmlns:a="http://schemas.openxmlformats.org/drawingml/2006/main">
              <a:ext uri="{FF2B5EF4-FFF2-40B4-BE49-F238E27FC236}">
                <a16:creationId xmlns:a16="http://schemas.microsoft.com/office/drawing/2014/main" id="{F458DE34-2B4A-4128-9407-932E2F879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06</a:t>
            </a:r>
          </a:p>
        </p:txBody>
      </p:sp>
      <p:sp>
        <p:nvSpPr>
          <p:cNvPr id="3" name="title-6">
            <a:extLst xmlns:a="http://schemas.openxmlformats.org/drawingml/2006/main">
              <a:ext uri="{FF2B5EF4-FFF2-40B4-BE49-F238E27FC236}">
                <a16:creationId xmlns:a16="http://schemas.microsoft.com/office/drawing/2014/main" id="{0AC55965-D66E-44B6-8BDC-C15C2AA3B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7810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01828"/>
                </a:solidFill>
              </a:defRPr>
            </a:pPr>
            <a:r>
              <a:rPr sz="2625" b="1">
                <a:solidFill>
                  <a:srgbClr val="101828"/>
                </a:solidFill>
              </a:rPr>
              <a:t>Budget and KPI must be readable as commercial commitments</a:t>
            </a:r>
          </a:p>
        </p:txBody>
      </p:sp>
      <p:sp>
        <p:nvSpPr>
          <p:cNvPr id="4" name="subtitle-6">
            <a:extLst xmlns:a="http://schemas.openxmlformats.org/drawingml/2006/main">
              <a:ext uri="{FF2B5EF4-FFF2-40B4-BE49-F238E27FC236}">
                <a16:creationId xmlns:a16="http://schemas.microsoft.com/office/drawing/2014/main" id="{31B8199D-66B5-4EC0-8661-A36F66572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723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67085"/>
                </a:solidFill>
              </a:defRPr>
            </a:pPr>
            <a:r>
              <a:rPr sz="1275">
                <a:solidFill>
                  <a:srgbClr val="667085"/>
                </a:solidFill>
              </a:rPr>
              <a:t>Show what each amount buys, how it is accepted, and what is excluded.</a:t>
            </a:r>
          </a:p>
        </p:txBody>
      </p:sp>
      <p:sp>
        <p:nvSpPr>
          <p:cNvPr id="5" name="budget-head-0">
            <a:extLst xmlns:a="http://schemas.openxmlformats.org/drawingml/2006/main">
              <a:ext uri="{FF2B5EF4-FFF2-40B4-BE49-F238E27FC236}">
                <a16:creationId xmlns:a16="http://schemas.microsoft.com/office/drawing/2014/main" id="{5CC370C7-1963-498B-B6BA-467E3EE55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5E43"/>
          </a:solidFill>
          <a:ln xmlns:a="http://schemas.openxmlformats.org/drawingml/2006/main" w="0">
            <a:solidFill>
              <a:srgbClr val="0E5E43"/>
            </a:solidFill>
            <a:prstDash val="solid"/>
          </a:ln>
        </p:spPr>
      </p:sp>
      <p:sp>
        <p:nvSpPr>
          <p:cNvPr id="6" name="budget-head-text-0">
            <a:extLst xmlns:a="http://schemas.openxmlformats.org/drawingml/2006/main">
              <a:ext uri="{FF2B5EF4-FFF2-40B4-BE49-F238E27FC236}">
                <a16:creationId xmlns:a16="http://schemas.microsoft.com/office/drawing/2014/main" id="{3AF12E68-7A92-4DF1-9B02-11FDD2DEC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479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Cost item</a:t>
            </a:r>
          </a:p>
        </p:txBody>
      </p:sp>
      <p:sp>
        <p:nvSpPr>
          <p:cNvPr id="7" name="budget-head-1">
            <a:extLst xmlns:a="http://schemas.openxmlformats.org/drawingml/2006/main">
              <a:ext uri="{FF2B5EF4-FFF2-40B4-BE49-F238E27FC236}">
                <a16:creationId xmlns:a16="http://schemas.microsoft.com/office/drawing/2014/main" id="{5086F3C7-F888-4A92-A1D2-6A3E00E0D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1526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5E43"/>
          </a:solidFill>
          <a:ln xmlns:a="http://schemas.openxmlformats.org/drawingml/2006/main" w="0">
            <a:solidFill>
              <a:srgbClr val="0E5E43"/>
            </a:solidFill>
            <a:prstDash val="solid"/>
          </a:ln>
        </p:spPr>
      </p:sp>
      <p:sp>
        <p:nvSpPr>
          <p:cNvPr id="8" name="budget-head-text-1">
            <a:extLst xmlns:a="http://schemas.openxmlformats.org/drawingml/2006/main">
              <a:ext uri="{FF2B5EF4-FFF2-40B4-BE49-F238E27FC236}">
                <a16:creationId xmlns:a16="http://schemas.microsoft.com/office/drawing/2014/main" id="{CE7FAFD1-9088-4964-A8D1-3D3E5A54A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2479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Purpose</a:t>
            </a:r>
          </a:p>
        </p:txBody>
      </p:sp>
      <p:sp>
        <p:nvSpPr>
          <p:cNvPr id="9" name="budget-head-2">
            <a:extLst xmlns:a="http://schemas.openxmlformats.org/drawingml/2006/main">
              <a:ext uri="{FF2B5EF4-FFF2-40B4-BE49-F238E27FC236}">
                <a16:creationId xmlns:a16="http://schemas.microsoft.com/office/drawing/2014/main" id="{23D63ADA-FEBC-4EA3-B6F5-CC72171B5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152650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5E43"/>
          </a:solidFill>
          <a:ln xmlns:a="http://schemas.openxmlformats.org/drawingml/2006/main" w="0">
            <a:solidFill>
              <a:srgbClr val="0E5E43"/>
            </a:solidFill>
            <a:prstDash val="solid"/>
          </a:ln>
        </p:spPr>
      </p:sp>
      <p:sp>
        <p:nvSpPr>
          <p:cNvPr id="10" name="budget-head-text-2">
            <a:extLst xmlns:a="http://schemas.openxmlformats.org/drawingml/2006/main">
              <a:ext uri="{FF2B5EF4-FFF2-40B4-BE49-F238E27FC236}">
                <a16:creationId xmlns:a16="http://schemas.microsoft.com/office/drawing/2014/main" id="{FA8B532D-80AF-4CE4-9ACE-4C973F692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24790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Deliverable</a:t>
            </a:r>
          </a:p>
        </p:txBody>
      </p:sp>
      <p:sp>
        <p:nvSpPr>
          <p:cNvPr id="11" name="budget-head-3">
            <a:extLst xmlns:a="http://schemas.openxmlformats.org/drawingml/2006/main">
              <a:ext uri="{FF2B5EF4-FFF2-40B4-BE49-F238E27FC236}">
                <a16:creationId xmlns:a16="http://schemas.microsoft.com/office/drawing/2014/main" id="{C59ADF8A-1661-49A2-8A18-35E07A5F1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1526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5E43"/>
          </a:solidFill>
          <a:ln xmlns:a="http://schemas.openxmlformats.org/drawingml/2006/main" w="0">
            <a:solidFill>
              <a:srgbClr val="0E5E43"/>
            </a:solidFill>
            <a:prstDash val="solid"/>
          </a:ln>
        </p:spPr>
      </p:sp>
      <p:sp>
        <p:nvSpPr>
          <p:cNvPr id="12" name="budget-head-text-3">
            <a:extLst xmlns:a="http://schemas.openxmlformats.org/drawingml/2006/main">
              <a:ext uri="{FF2B5EF4-FFF2-40B4-BE49-F238E27FC236}">
                <a16:creationId xmlns:a16="http://schemas.microsoft.com/office/drawing/2014/main" id="{F8B5C3FA-549C-473D-B3A7-079A715EE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2479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Acceptance</a:t>
            </a:r>
          </a:p>
        </p:txBody>
      </p:sp>
      <p:sp>
        <p:nvSpPr>
          <p:cNvPr id="13" name="budget-head-4">
            <a:extLst xmlns:a="http://schemas.openxmlformats.org/drawingml/2006/main">
              <a:ext uri="{FF2B5EF4-FFF2-40B4-BE49-F238E27FC236}">
                <a16:creationId xmlns:a16="http://schemas.microsoft.com/office/drawing/2014/main" id="{4E5E4F81-87AF-45D8-9F7B-273E76A70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15265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5E43"/>
          </a:solidFill>
          <a:ln xmlns:a="http://schemas.openxmlformats.org/drawingml/2006/main" w="0">
            <a:solidFill>
              <a:srgbClr val="0E5E43"/>
            </a:solidFill>
            <a:prstDash val="solid"/>
          </a:ln>
        </p:spPr>
      </p:sp>
      <p:sp>
        <p:nvSpPr>
          <p:cNvPr id="14" name="budget-head-text-4">
            <a:extLst xmlns:a="http://schemas.openxmlformats.org/drawingml/2006/main">
              <a:ext uri="{FF2B5EF4-FFF2-40B4-BE49-F238E27FC236}">
                <a16:creationId xmlns:a16="http://schemas.microsoft.com/office/drawing/2014/main" id="{8E5CE1DF-CF3A-47F6-88D6-0891C2071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24790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Exclusions</a:t>
            </a:r>
          </a:p>
        </p:txBody>
      </p:sp>
      <p:sp>
        <p:nvSpPr>
          <p:cNvPr id="15" name="budget-cell-0-0">
            <a:extLst xmlns:a="http://schemas.openxmlformats.org/drawingml/2006/main">
              <a:ext uri="{FF2B5EF4-FFF2-40B4-BE49-F238E27FC236}">
                <a16:creationId xmlns:a16="http://schemas.microsoft.com/office/drawing/2014/main" id="{5C109204-41EF-4C6A-88F9-C8B9CDB7D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171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F0"/>
            </a:solidFill>
            <a:prstDash val="solid"/>
          </a:ln>
        </p:spPr>
      </p:sp>
      <p:sp>
        <p:nvSpPr>
          <p:cNvPr id="16" name="budget-cell-text-0-0">
            <a:extLst xmlns:a="http://schemas.openxmlformats.org/drawingml/2006/main">
              <a:ext uri="{FF2B5EF4-FFF2-40B4-BE49-F238E27FC236}">
                <a16:creationId xmlns:a16="http://schemas.microsoft.com/office/drawing/2014/main" id="{E10A185C-44B0-4A6E-B74D-36E22DE01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051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7085"/>
                </a:solidFill>
              </a:defRPr>
            </a:pPr>
            <a:r>
              <a:rPr sz="900">
                <a:solidFill>
                  <a:srgbClr val="667085"/>
                </a:solidFill>
              </a:rPr>
              <a:t>Placeholder</a:t>
            </a:r>
          </a:p>
        </p:txBody>
      </p:sp>
      <p:sp>
        <p:nvSpPr>
          <p:cNvPr id="17" name="budget-cell-0-1">
            <a:extLst xmlns:a="http://schemas.openxmlformats.org/drawingml/2006/main">
              <a:ext uri="{FF2B5EF4-FFF2-40B4-BE49-F238E27FC236}">
                <a16:creationId xmlns:a16="http://schemas.microsoft.com/office/drawing/2014/main" id="{BFE28B55-CFB7-4447-A31D-6EC55FA32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552700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F0"/>
            </a:solidFill>
            <a:prstDash val="solid"/>
          </a:ln>
        </p:spPr>
      </p:sp>
      <p:sp>
        <p:nvSpPr>
          <p:cNvPr id="18" name="budget-cell-text-0-1">
            <a:extLst xmlns:a="http://schemas.openxmlformats.org/drawingml/2006/main">
              <a:ext uri="{FF2B5EF4-FFF2-40B4-BE49-F238E27FC236}">
                <a16:creationId xmlns:a16="http://schemas.microsoft.com/office/drawing/2014/main" id="{DE7AF084-FA1A-49D2-8300-3FBF27AFC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7051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7085"/>
                </a:solidFill>
              </a:defRPr>
            </a:pPr>
            <a:r>
              <a:rPr sz="900">
                <a:solidFill>
                  <a:srgbClr val="667085"/>
                </a:solidFill>
              </a:rPr>
              <a:t>Placeholder</a:t>
            </a:r>
          </a:p>
        </p:txBody>
      </p:sp>
      <p:sp>
        <p:nvSpPr>
          <p:cNvPr id="19" name="budget-cell-0-2">
            <a:extLst xmlns:a="http://schemas.openxmlformats.org/drawingml/2006/main">
              <a:ext uri="{FF2B5EF4-FFF2-40B4-BE49-F238E27FC236}">
                <a16:creationId xmlns:a16="http://schemas.microsoft.com/office/drawing/2014/main" id="{AB615CCA-43C3-477E-B96D-D52AF68B9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55270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F0"/>
            </a:solidFill>
            <a:prstDash val="solid"/>
          </a:ln>
        </p:spPr>
      </p:sp>
      <p:sp>
        <p:nvSpPr>
          <p:cNvPr id="20" name="budget-cell-text-0-2">
            <a:extLst xmlns:a="http://schemas.openxmlformats.org/drawingml/2006/main">
              <a:ext uri="{FF2B5EF4-FFF2-40B4-BE49-F238E27FC236}">
                <a16:creationId xmlns:a16="http://schemas.microsoft.com/office/drawing/2014/main" id="{E54F6A6F-D0F9-448A-8674-1D19F496D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70510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7085"/>
                </a:solidFill>
              </a:defRPr>
            </a:pPr>
            <a:r>
              <a:rPr sz="900">
                <a:solidFill>
                  <a:srgbClr val="667085"/>
                </a:solidFill>
              </a:rPr>
              <a:t>Placeholder</a:t>
            </a:r>
          </a:p>
        </p:txBody>
      </p:sp>
      <p:sp>
        <p:nvSpPr>
          <p:cNvPr id="21" name="budget-cell-0-3">
            <a:extLst xmlns:a="http://schemas.openxmlformats.org/drawingml/2006/main">
              <a:ext uri="{FF2B5EF4-FFF2-40B4-BE49-F238E27FC236}">
                <a16:creationId xmlns:a16="http://schemas.microsoft.com/office/drawing/2014/main" id="{8A5966DC-6043-472C-BA1E-4252867AC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552700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F0"/>
            </a:solidFill>
            <a:prstDash val="solid"/>
          </a:ln>
        </p:spPr>
      </p:sp>
      <p:sp>
        <p:nvSpPr>
          <p:cNvPr id="22" name="budget-cell-text-0-3">
            <a:extLst xmlns:a="http://schemas.openxmlformats.org/drawingml/2006/main">
              <a:ext uri="{FF2B5EF4-FFF2-40B4-BE49-F238E27FC236}">
                <a16:creationId xmlns:a16="http://schemas.microsoft.com/office/drawing/2014/main" id="{2839478D-48E9-4681-B612-47CA4FB75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7051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7085"/>
                </a:solidFill>
              </a:defRPr>
            </a:pPr>
            <a:r>
              <a:rPr sz="900">
                <a:solidFill>
                  <a:srgbClr val="667085"/>
                </a:solidFill>
              </a:rPr>
              <a:t>Placeholder</a:t>
            </a:r>
          </a:p>
        </p:txBody>
      </p:sp>
      <p:sp>
        <p:nvSpPr>
          <p:cNvPr id="23" name="budget-cell-0-4">
            <a:extLst xmlns:a="http://schemas.openxmlformats.org/drawingml/2006/main">
              <a:ext uri="{FF2B5EF4-FFF2-40B4-BE49-F238E27FC236}">
                <a16:creationId xmlns:a16="http://schemas.microsoft.com/office/drawing/2014/main" id="{E102CEA5-2F91-4911-9309-937E157C9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552700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F0"/>
            </a:solidFill>
            <a:prstDash val="solid"/>
          </a:ln>
        </p:spPr>
      </p:sp>
      <p:sp>
        <p:nvSpPr>
          <p:cNvPr id="24" name="budget-cell-text-0-4">
            <a:extLst xmlns:a="http://schemas.openxmlformats.org/drawingml/2006/main">
              <a:ext uri="{FF2B5EF4-FFF2-40B4-BE49-F238E27FC236}">
                <a16:creationId xmlns:a16="http://schemas.microsoft.com/office/drawing/2014/main" id="{7F6FA6CD-A5ED-40A0-8DB8-331B52BAF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7051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7085"/>
                </a:solidFill>
              </a:defRPr>
            </a:pPr>
            <a:r>
              <a:rPr sz="900">
                <a:solidFill>
                  <a:srgbClr val="667085"/>
                </a:solidFill>
              </a:rPr>
              <a:t>Placeholder</a:t>
            </a:r>
          </a:p>
        </p:txBody>
      </p:sp>
      <p:sp>
        <p:nvSpPr>
          <p:cNvPr id="25" name="budget-cell-1-0">
            <a:extLst xmlns:a="http://schemas.openxmlformats.org/drawingml/2006/main">
              <a:ext uri="{FF2B5EF4-FFF2-40B4-BE49-F238E27FC236}">
                <a16:creationId xmlns:a16="http://schemas.microsoft.com/office/drawing/2014/main" id="{36EB4795-5FF5-4677-8345-74C7F3A5E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171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F0"/>
            </a:solidFill>
            <a:prstDash val="solid"/>
          </a:ln>
        </p:spPr>
      </p:sp>
      <p:sp>
        <p:nvSpPr>
          <p:cNvPr id="26" name="budget-cell-text-1-0">
            <a:extLst xmlns:a="http://schemas.openxmlformats.org/drawingml/2006/main">
              <a:ext uri="{FF2B5EF4-FFF2-40B4-BE49-F238E27FC236}">
                <a16:creationId xmlns:a16="http://schemas.microsoft.com/office/drawing/2014/main" id="{CB5288E2-DA98-4C29-B0AF-DD4A90489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7085"/>
                </a:solidFill>
              </a:defRPr>
            </a:pPr>
            <a:r>
              <a:rPr sz="900">
                <a:solidFill>
                  <a:srgbClr val="667085"/>
                </a:solidFill>
              </a:rPr>
              <a:t>TBC</a:t>
            </a:r>
          </a:p>
        </p:txBody>
      </p:sp>
      <p:sp>
        <p:nvSpPr>
          <p:cNvPr id="27" name="budget-cell-1-1">
            <a:extLst xmlns:a="http://schemas.openxmlformats.org/drawingml/2006/main">
              <a:ext uri="{FF2B5EF4-FFF2-40B4-BE49-F238E27FC236}">
                <a16:creationId xmlns:a16="http://schemas.microsoft.com/office/drawing/2014/main" id="{39AFB41C-0233-48B0-A161-031F54744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105150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F0"/>
            </a:solidFill>
            <a:prstDash val="solid"/>
          </a:ln>
        </p:spPr>
      </p:sp>
      <p:sp>
        <p:nvSpPr>
          <p:cNvPr id="28" name="budget-cell-text-1-1">
            <a:extLst xmlns:a="http://schemas.openxmlformats.org/drawingml/2006/main">
              <a:ext uri="{FF2B5EF4-FFF2-40B4-BE49-F238E27FC236}">
                <a16:creationId xmlns:a16="http://schemas.microsoft.com/office/drawing/2014/main" id="{A2D1182E-C0CD-4B36-A638-BB640969A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2575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7085"/>
                </a:solidFill>
              </a:defRPr>
            </a:pPr>
            <a:r>
              <a:rPr sz="900">
                <a:solidFill>
                  <a:srgbClr val="667085"/>
                </a:solidFill>
              </a:rPr>
              <a:t>TBC</a:t>
            </a:r>
          </a:p>
        </p:txBody>
      </p:sp>
      <p:sp>
        <p:nvSpPr>
          <p:cNvPr id="29" name="budget-cell-1-2">
            <a:extLst xmlns:a="http://schemas.openxmlformats.org/drawingml/2006/main">
              <a:ext uri="{FF2B5EF4-FFF2-40B4-BE49-F238E27FC236}">
                <a16:creationId xmlns:a16="http://schemas.microsoft.com/office/drawing/2014/main" id="{CCB7DFAA-0251-48A7-8264-B5A44BDE5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10515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F0"/>
            </a:solidFill>
            <a:prstDash val="solid"/>
          </a:ln>
        </p:spPr>
      </p:sp>
      <p:sp>
        <p:nvSpPr>
          <p:cNvPr id="30" name="budget-cell-text-1-2">
            <a:extLst xmlns:a="http://schemas.openxmlformats.org/drawingml/2006/main">
              <a:ext uri="{FF2B5EF4-FFF2-40B4-BE49-F238E27FC236}">
                <a16:creationId xmlns:a16="http://schemas.microsoft.com/office/drawing/2014/main" id="{88993E3F-7E93-4332-AC35-F859E57A9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2575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7085"/>
                </a:solidFill>
              </a:defRPr>
            </a:pPr>
            <a:r>
              <a:rPr sz="900">
                <a:solidFill>
                  <a:srgbClr val="667085"/>
                </a:solidFill>
              </a:rPr>
              <a:t>TBC</a:t>
            </a:r>
          </a:p>
        </p:txBody>
      </p:sp>
      <p:sp>
        <p:nvSpPr>
          <p:cNvPr id="31" name="budget-cell-1-3">
            <a:extLst xmlns:a="http://schemas.openxmlformats.org/drawingml/2006/main">
              <a:ext uri="{FF2B5EF4-FFF2-40B4-BE49-F238E27FC236}">
                <a16:creationId xmlns:a16="http://schemas.microsoft.com/office/drawing/2014/main" id="{7C8FAC9F-AAB9-4053-960C-30FEF742D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105150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F0"/>
            </a:solidFill>
            <a:prstDash val="solid"/>
          </a:ln>
        </p:spPr>
      </p:sp>
      <p:sp>
        <p:nvSpPr>
          <p:cNvPr id="32" name="budget-cell-text-1-3">
            <a:extLst xmlns:a="http://schemas.openxmlformats.org/drawingml/2006/main">
              <a:ext uri="{FF2B5EF4-FFF2-40B4-BE49-F238E27FC236}">
                <a16:creationId xmlns:a16="http://schemas.microsoft.com/office/drawing/2014/main" id="{BF2E2D5D-684F-4008-ACED-DC7F5736F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2575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7085"/>
                </a:solidFill>
              </a:defRPr>
            </a:pPr>
            <a:r>
              <a:rPr sz="900">
                <a:solidFill>
                  <a:srgbClr val="667085"/>
                </a:solidFill>
              </a:rPr>
              <a:t>TBC</a:t>
            </a:r>
          </a:p>
        </p:txBody>
      </p:sp>
      <p:sp>
        <p:nvSpPr>
          <p:cNvPr id="33" name="budget-cell-1-4">
            <a:extLst xmlns:a="http://schemas.openxmlformats.org/drawingml/2006/main">
              <a:ext uri="{FF2B5EF4-FFF2-40B4-BE49-F238E27FC236}">
                <a16:creationId xmlns:a16="http://schemas.microsoft.com/office/drawing/2014/main" id="{9EBB40F1-CF5F-4F7C-82D7-7AD98548F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105150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F0"/>
            </a:solidFill>
            <a:prstDash val="solid"/>
          </a:ln>
        </p:spPr>
      </p:sp>
      <p:sp>
        <p:nvSpPr>
          <p:cNvPr id="34" name="budget-cell-text-1-4">
            <a:extLst xmlns:a="http://schemas.openxmlformats.org/drawingml/2006/main">
              <a:ext uri="{FF2B5EF4-FFF2-40B4-BE49-F238E27FC236}">
                <a16:creationId xmlns:a16="http://schemas.microsoft.com/office/drawing/2014/main" id="{49CA27CD-4D51-43F3-A8F6-C4D0695E9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2575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7085"/>
                </a:solidFill>
              </a:defRPr>
            </a:pPr>
            <a:r>
              <a:rPr sz="900">
                <a:solidFill>
                  <a:srgbClr val="667085"/>
                </a:solidFill>
              </a:rPr>
              <a:t>TBC</a:t>
            </a:r>
          </a:p>
        </p:txBody>
      </p:sp>
      <p:sp>
        <p:nvSpPr>
          <p:cNvPr id="35" name="budget-cell-2-0">
            <a:extLst xmlns:a="http://schemas.openxmlformats.org/drawingml/2006/main">
              <a:ext uri="{FF2B5EF4-FFF2-40B4-BE49-F238E27FC236}">
                <a16:creationId xmlns:a16="http://schemas.microsoft.com/office/drawing/2014/main" id="{7EBB9545-E067-4E3E-9C68-49E5E3CD5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57600"/>
            <a:ext cx="171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F0"/>
            </a:solidFill>
            <a:prstDash val="solid"/>
          </a:ln>
        </p:spPr>
      </p:sp>
      <p:sp>
        <p:nvSpPr>
          <p:cNvPr id="36" name="budget-cell-text-2-0">
            <a:extLst xmlns:a="http://schemas.openxmlformats.org/drawingml/2006/main">
              <a:ext uri="{FF2B5EF4-FFF2-40B4-BE49-F238E27FC236}">
                <a16:creationId xmlns:a16="http://schemas.microsoft.com/office/drawing/2014/main" id="{E516A615-C868-4B28-8831-86A5C186D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100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7085"/>
                </a:solidFill>
              </a:defRPr>
            </a:pPr>
            <a:r>
              <a:rPr sz="900">
                <a:solidFill>
                  <a:srgbClr val="667085"/>
                </a:solidFill>
              </a:rPr>
              <a:t>TBC</a:t>
            </a:r>
          </a:p>
        </p:txBody>
      </p:sp>
      <p:sp>
        <p:nvSpPr>
          <p:cNvPr id="37" name="budget-cell-2-1">
            <a:extLst xmlns:a="http://schemas.openxmlformats.org/drawingml/2006/main">
              <a:ext uri="{FF2B5EF4-FFF2-40B4-BE49-F238E27FC236}">
                <a16:creationId xmlns:a16="http://schemas.microsoft.com/office/drawing/2014/main" id="{544C99BB-93F2-43B2-A29B-8122A9AFC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657600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F0"/>
            </a:solidFill>
            <a:prstDash val="solid"/>
          </a:ln>
        </p:spPr>
      </p:sp>
      <p:sp>
        <p:nvSpPr>
          <p:cNvPr id="38" name="budget-cell-text-2-1">
            <a:extLst xmlns:a="http://schemas.openxmlformats.org/drawingml/2006/main">
              <a:ext uri="{FF2B5EF4-FFF2-40B4-BE49-F238E27FC236}">
                <a16:creationId xmlns:a16="http://schemas.microsoft.com/office/drawing/2014/main" id="{4766E20F-5F8C-4123-AB47-ABDBA72F3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8100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7085"/>
                </a:solidFill>
              </a:defRPr>
            </a:pPr>
            <a:r>
              <a:rPr sz="900">
                <a:solidFill>
                  <a:srgbClr val="667085"/>
                </a:solidFill>
              </a:rPr>
              <a:t>TBC</a:t>
            </a:r>
          </a:p>
        </p:txBody>
      </p:sp>
      <p:sp>
        <p:nvSpPr>
          <p:cNvPr id="39" name="budget-cell-2-2">
            <a:extLst xmlns:a="http://schemas.openxmlformats.org/drawingml/2006/main">
              <a:ext uri="{FF2B5EF4-FFF2-40B4-BE49-F238E27FC236}">
                <a16:creationId xmlns:a16="http://schemas.microsoft.com/office/drawing/2014/main" id="{F26898E2-92F2-49C7-9460-7E7061E4A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65760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F0"/>
            </a:solidFill>
            <a:prstDash val="solid"/>
          </a:ln>
        </p:spPr>
      </p:sp>
      <p:sp>
        <p:nvSpPr>
          <p:cNvPr id="40" name="budget-cell-text-2-2">
            <a:extLst xmlns:a="http://schemas.openxmlformats.org/drawingml/2006/main">
              <a:ext uri="{FF2B5EF4-FFF2-40B4-BE49-F238E27FC236}">
                <a16:creationId xmlns:a16="http://schemas.microsoft.com/office/drawing/2014/main" id="{9E0A279E-E900-49FD-84A5-AEEA84557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81000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7085"/>
                </a:solidFill>
              </a:defRPr>
            </a:pPr>
            <a:r>
              <a:rPr sz="900">
                <a:solidFill>
                  <a:srgbClr val="667085"/>
                </a:solidFill>
              </a:rPr>
              <a:t>TBC</a:t>
            </a:r>
          </a:p>
        </p:txBody>
      </p:sp>
      <p:sp>
        <p:nvSpPr>
          <p:cNvPr id="41" name="budget-cell-2-3">
            <a:extLst xmlns:a="http://schemas.openxmlformats.org/drawingml/2006/main">
              <a:ext uri="{FF2B5EF4-FFF2-40B4-BE49-F238E27FC236}">
                <a16:creationId xmlns:a16="http://schemas.microsoft.com/office/drawing/2014/main" id="{6C86D125-31C8-4D5E-BAC4-9EE1A06AA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657600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F0"/>
            </a:solidFill>
            <a:prstDash val="solid"/>
          </a:ln>
        </p:spPr>
      </p:sp>
      <p:sp>
        <p:nvSpPr>
          <p:cNvPr id="42" name="budget-cell-text-2-3">
            <a:extLst xmlns:a="http://schemas.openxmlformats.org/drawingml/2006/main">
              <a:ext uri="{FF2B5EF4-FFF2-40B4-BE49-F238E27FC236}">
                <a16:creationId xmlns:a16="http://schemas.microsoft.com/office/drawing/2014/main" id="{C3ACEEBC-DF17-440C-A2C9-2383B0661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8100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7085"/>
                </a:solidFill>
              </a:defRPr>
            </a:pPr>
            <a:r>
              <a:rPr sz="900">
                <a:solidFill>
                  <a:srgbClr val="667085"/>
                </a:solidFill>
              </a:rPr>
              <a:t>TBC</a:t>
            </a:r>
          </a:p>
        </p:txBody>
      </p:sp>
      <p:sp>
        <p:nvSpPr>
          <p:cNvPr id="43" name="budget-cell-2-4">
            <a:extLst xmlns:a="http://schemas.openxmlformats.org/drawingml/2006/main">
              <a:ext uri="{FF2B5EF4-FFF2-40B4-BE49-F238E27FC236}">
                <a16:creationId xmlns:a16="http://schemas.microsoft.com/office/drawing/2014/main" id="{3C80B5B1-1D78-4F90-9841-5862E9FFF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657600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F0"/>
            </a:solidFill>
            <a:prstDash val="solid"/>
          </a:ln>
        </p:spPr>
      </p:sp>
      <p:sp>
        <p:nvSpPr>
          <p:cNvPr id="44" name="budget-cell-text-2-4">
            <a:extLst xmlns:a="http://schemas.openxmlformats.org/drawingml/2006/main">
              <a:ext uri="{FF2B5EF4-FFF2-40B4-BE49-F238E27FC236}">
                <a16:creationId xmlns:a16="http://schemas.microsoft.com/office/drawing/2014/main" id="{D271680E-0291-474B-9CC5-E20795FC0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8100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7085"/>
                </a:solidFill>
              </a:defRPr>
            </a:pPr>
            <a:r>
              <a:rPr sz="900">
                <a:solidFill>
                  <a:srgbClr val="667085"/>
                </a:solidFill>
              </a:rPr>
              <a:t>TBC</a:t>
            </a:r>
          </a:p>
        </p:txBody>
      </p:sp>
      <p:sp>
        <p:nvSpPr>
          <p:cNvPr id="45" name="budget-cell-3-0">
            <a:extLst xmlns:a="http://schemas.openxmlformats.org/drawingml/2006/main">
              <a:ext uri="{FF2B5EF4-FFF2-40B4-BE49-F238E27FC236}">
                <a16:creationId xmlns:a16="http://schemas.microsoft.com/office/drawing/2014/main" id="{31C2FF13-42F5-4529-8769-F2F6C04DC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171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F0"/>
            </a:solidFill>
            <a:prstDash val="solid"/>
          </a:ln>
        </p:spPr>
      </p:sp>
      <p:sp>
        <p:nvSpPr>
          <p:cNvPr id="46" name="budget-cell-text-3-0">
            <a:extLst xmlns:a="http://schemas.openxmlformats.org/drawingml/2006/main">
              <a:ext uri="{FF2B5EF4-FFF2-40B4-BE49-F238E27FC236}">
                <a16:creationId xmlns:a16="http://schemas.microsoft.com/office/drawing/2014/main" id="{D2E55629-6802-493D-94CE-DA8075E58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624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7085"/>
                </a:solidFill>
              </a:defRPr>
            </a:pPr>
            <a:r>
              <a:rPr sz="900">
                <a:solidFill>
                  <a:srgbClr val="667085"/>
                </a:solidFill>
              </a:rPr>
              <a:t>TBC</a:t>
            </a:r>
          </a:p>
        </p:txBody>
      </p:sp>
      <p:sp>
        <p:nvSpPr>
          <p:cNvPr id="47" name="budget-cell-3-1">
            <a:extLst xmlns:a="http://schemas.openxmlformats.org/drawingml/2006/main">
              <a:ext uri="{FF2B5EF4-FFF2-40B4-BE49-F238E27FC236}">
                <a16:creationId xmlns:a16="http://schemas.microsoft.com/office/drawing/2014/main" id="{D04E1A85-052E-4645-ACD0-33FC8F299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210050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F0"/>
            </a:solidFill>
            <a:prstDash val="solid"/>
          </a:ln>
        </p:spPr>
      </p:sp>
      <p:sp>
        <p:nvSpPr>
          <p:cNvPr id="48" name="budget-cell-text-3-1">
            <a:extLst xmlns:a="http://schemas.openxmlformats.org/drawingml/2006/main">
              <a:ext uri="{FF2B5EF4-FFF2-40B4-BE49-F238E27FC236}">
                <a16:creationId xmlns:a16="http://schemas.microsoft.com/office/drawing/2014/main" id="{6C654C97-7807-4F90-82D5-CEBD6C6A9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3624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7085"/>
                </a:solidFill>
              </a:defRPr>
            </a:pPr>
            <a:r>
              <a:rPr sz="900">
                <a:solidFill>
                  <a:srgbClr val="667085"/>
                </a:solidFill>
              </a:rPr>
              <a:t>TBC</a:t>
            </a:r>
          </a:p>
        </p:txBody>
      </p:sp>
      <p:sp>
        <p:nvSpPr>
          <p:cNvPr id="49" name="budget-cell-3-2">
            <a:extLst xmlns:a="http://schemas.openxmlformats.org/drawingml/2006/main">
              <a:ext uri="{FF2B5EF4-FFF2-40B4-BE49-F238E27FC236}">
                <a16:creationId xmlns:a16="http://schemas.microsoft.com/office/drawing/2014/main" id="{065BF5DD-64DD-46D7-A1DD-D12A53FA1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21005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F0"/>
            </a:solidFill>
            <a:prstDash val="solid"/>
          </a:ln>
        </p:spPr>
      </p:sp>
      <p:sp>
        <p:nvSpPr>
          <p:cNvPr id="50" name="budget-cell-text-3-2">
            <a:extLst xmlns:a="http://schemas.openxmlformats.org/drawingml/2006/main">
              <a:ext uri="{FF2B5EF4-FFF2-40B4-BE49-F238E27FC236}">
                <a16:creationId xmlns:a16="http://schemas.microsoft.com/office/drawing/2014/main" id="{1A255584-7572-475A-A322-82FD1FD70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3624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7085"/>
                </a:solidFill>
              </a:defRPr>
            </a:pPr>
            <a:r>
              <a:rPr sz="900">
                <a:solidFill>
                  <a:srgbClr val="667085"/>
                </a:solidFill>
              </a:rPr>
              <a:t>TBC</a:t>
            </a:r>
          </a:p>
        </p:txBody>
      </p:sp>
      <p:sp>
        <p:nvSpPr>
          <p:cNvPr id="51" name="budget-cell-3-3">
            <a:extLst xmlns:a="http://schemas.openxmlformats.org/drawingml/2006/main">
              <a:ext uri="{FF2B5EF4-FFF2-40B4-BE49-F238E27FC236}">
                <a16:creationId xmlns:a16="http://schemas.microsoft.com/office/drawing/2014/main" id="{5ACCC127-0EC6-4916-A0F6-048556214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210050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F0"/>
            </a:solidFill>
            <a:prstDash val="solid"/>
          </a:ln>
        </p:spPr>
      </p:sp>
      <p:sp>
        <p:nvSpPr>
          <p:cNvPr id="52" name="budget-cell-text-3-3">
            <a:extLst xmlns:a="http://schemas.openxmlformats.org/drawingml/2006/main">
              <a:ext uri="{FF2B5EF4-FFF2-40B4-BE49-F238E27FC236}">
                <a16:creationId xmlns:a16="http://schemas.microsoft.com/office/drawing/2014/main" id="{3B780866-1D76-4AB2-A522-62CF4AC3D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3624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7085"/>
                </a:solidFill>
              </a:defRPr>
            </a:pPr>
            <a:r>
              <a:rPr sz="900">
                <a:solidFill>
                  <a:srgbClr val="667085"/>
                </a:solidFill>
              </a:rPr>
              <a:t>TBC</a:t>
            </a:r>
          </a:p>
        </p:txBody>
      </p:sp>
      <p:sp>
        <p:nvSpPr>
          <p:cNvPr id="53" name="budget-cell-3-4">
            <a:extLst xmlns:a="http://schemas.openxmlformats.org/drawingml/2006/main">
              <a:ext uri="{FF2B5EF4-FFF2-40B4-BE49-F238E27FC236}">
                <a16:creationId xmlns:a16="http://schemas.microsoft.com/office/drawing/2014/main" id="{32F41349-77F5-4CFE-8CBD-1451B6E12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210050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F0"/>
            </a:solidFill>
            <a:prstDash val="solid"/>
          </a:ln>
        </p:spPr>
      </p:sp>
      <p:sp>
        <p:nvSpPr>
          <p:cNvPr id="54" name="budget-cell-text-3-4">
            <a:extLst xmlns:a="http://schemas.openxmlformats.org/drawingml/2006/main">
              <a:ext uri="{FF2B5EF4-FFF2-40B4-BE49-F238E27FC236}">
                <a16:creationId xmlns:a16="http://schemas.microsoft.com/office/drawing/2014/main" id="{E1EB70EC-D4F3-4FC8-A31B-56F859F7F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3624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7085"/>
                </a:solidFill>
              </a:defRPr>
            </a:pPr>
            <a:r>
              <a:rPr sz="900">
                <a:solidFill>
                  <a:srgbClr val="667085"/>
                </a:solidFill>
              </a:rPr>
              <a:t>TBC</a:t>
            </a:r>
          </a:p>
        </p:txBody>
      </p:sp>
      <p:sp>
        <p:nvSpPr>
          <p:cNvPr id="55" name="footer-line-6">
            <a:extLst xmlns:a="http://schemas.openxmlformats.org/drawingml/2006/main">
              <a:ext uri="{FF2B5EF4-FFF2-40B4-BE49-F238E27FC236}">
                <a16:creationId xmlns:a16="http://schemas.microsoft.com/office/drawing/2014/main" id="{9D6D97F9-7817-4F5C-BF3C-CE1A1CC8F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2F0"/>
            </a:solidFill>
            <a:prstDash val="solid"/>
          </a:ln>
        </p:spPr>
      </p:sp>
      <p:sp>
        <p:nvSpPr>
          <p:cNvPr id="56" name="footer-6">
            <a:extLst xmlns:a="http://schemas.openxmlformats.org/drawingml/2006/main">
              <a:ext uri="{FF2B5EF4-FFF2-40B4-BE49-F238E27FC236}">
                <a16:creationId xmlns:a16="http://schemas.microsoft.com/office/drawing/2014/main" id="{D7D52245-443C-4968-BF15-84E691190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667085"/>
                </a:solidFill>
              </a:defRPr>
            </a:pPr>
            <a:r>
              <a:rPr sz="675">
                <a:solidFill>
                  <a:srgbClr val="667085"/>
                </a:solidFill>
              </a:rPr>
              <a:t>Confidential proposal draft | Replace with client/project footer</a:t>
            </a:r>
          </a:p>
        </p:txBody>
      </p:sp>
    </p:spTree>
    <p:extLst>
      <p:ext uri="{BB962C8B-B14F-4D97-AF65-F5344CB8AC3E}">
        <p14:creationId xmlns:p14="http://schemas.microsoft.com/office/powerpoint/2010/main" val="49352329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header-section-7">
            <a:extLst xmlns:a="http://schemas.openxmlformats.org/drawingml/2006/main">
              <a:ext uri="{FF2B5EF4-FFF2-40B4-BE49-F238E27FC236}">
                <a16:creationId xmlns:a16="http://schemas.microsoft.com/office/drawing/2014/main" id="{64B20D38-B5EC-4F66-9592-AC80FC4C6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E5E43"/>
                </a:solidFill>
              </a:defRPr>
            </a:pPr>
            <a:r>
              <a:rPr sz="825" b="1">
                <a:solidFill>
                  <a:srgbClr val="0E5E43"/>
                </a:solidFill>
              </a:rPr>
              <a:t>RISK AND NEXT STEPS</a:t>
            </a:r>
          </a:p>
        </p:txBody>
      </p:sp>
      <p:sp>
        <p:nvSpPr>
          <p:cNvPr id="2" name="page-7">
            <a:extLst xmlns:a="http://schemas.openxmlformats.org/drawingml/2006/main">
              <a:ext uri="{FF2B5EF4-FFF2-40B4-BE49-F238E27FC236}">
                <a16:creationId xmlns:a16="http://schemas.microsoft.com/office/drawing/2014/main" id="{8D316476-ACBA-498E-95FA-03890642B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07</a:t>
            </a:r>
          </a:p>
        </p:txBody>
      </p:sp>
      <p:sp>
        <p:nvSpPr>
          <p:cNvPr id="3" name="title-7">
            <a:extLst xmlns:a="http://schemas.openxmlformats.org/drawingml/2006/main">
              <a:ext uri="{FF2B5EF4-FFF2-40B4-BE49-F238E27FC236}">
                <a16:creationId xmlns:a16="http://schemas.microsoft.com/office/drawing/2014/main" id="{FD22ABF7-78BD-4E6A-98A4-362F0A3B7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7810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01828"/>
                </a:solidFill>
              </a:defRPr>
            </a:pPr>
            <a:r>
              <a:rPr sz="2625" b="1">
                <a:solidFill>
                  <a:srgbClr val="101828"/>
                </a:solidFill>
              </a:rPr>
              <a:t>Risk control turns execution uncertainty into managed action</a:t>
            </a:r>
          </a:p>
        </p:txBody>
      </p:sp>
      <p:sp>
        <p:nvSpPr>
          <p:cNvPr id="4" name="subtitle-7">
            <a:extLst xmlns:a="http://schemas.openxmlformats.org/drawingml/2006/main">
              <a:ext uri="{FF2B5EF4-FFF2-40B4-BE49-F238E27FC236}">
                <a16:creationId xmlns:a16="http://schemas.microsoft.com/office/drawing/2014/main" id="{42003D69-D1F1-4C75-8AFF-C5796A527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723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67085"/>
                </a:solidFill>
              </a:defRPr>
            </a:pPr>
            <a:r>
              <a:rPr sz="1275">
                <a:solidFill>
                  <a:srgbClr val="667085"/>
                </a:solidFill>
              </a:rPr>
              <a:t>List triggers, response owners, and backup plans before closing.</a:t>
            </a:r>
          </a:p>
        </p:txBody>
      </p:sp>
      <p:sp>
        <p:nvSpPr>
          <p:cNvPr id="5" name="risk-1-card">
            <a:extLst xmlns:a="http://schemas.openxmlformats.org/drawingml/2006/main">
              <a:ext uri="{FF2B5EF4-FFF2-40B4-BE49-F238E27FC236}">
                <a16:creationId xmlns:a16="http://schemas.microsoft.com/office/drawing/2014/main" id="{CC1273ED-8545-49DF-A149-476CEC34A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90750"/>
            <a:ext cx="31432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F0"/>
            </a:solidFill>
            <a:prstDash val="solid"/>
          </a:ln>
        </p:spPr>
      </p:sp>
      <p:sp>
        <p:nvSpPr>
          <p:cNvPr id="6" name="risk-1-accent">
            <a:extLst xmlns:a="http://schemas.openxmlformats.org/drawingml/2006/main">
              <a:ext uri="{FF2B5EF4-FFF2-40B4-BE49-F238E27FC236}">
                <a16:creationId xmlns:a16="http://schemas.microsoft.com/office/drawing/2014/main" id="{1B1D3BD6-74D7-429D-BDB5-9F74DCCC2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90750"/>
            <a:ext cx="571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6D55"/>
          </a:solidFill>
          <a:ln xmlns:a="http://schemas.openxmlformats.org/drawingml/2006/main" w="0">
            <a:solidFill>
              <a:srgbClr val="D86D55"/>
            </a:solidFill>
            <a:prstDash val="solid"/>
          </a:ln>
        </p:spPr>
      </p:sp>
      <p:sp>
        <p:nvSpPr>
          <p:cNvPr id="7" name="risk-1-label">
            <a:extLst xmlns:a="http://schemas.openxmlformats.org/drawingml/2006/main">
              <a:ext uri="{FF2B5EF4-FFF2-40B4-BE49-F238E27FC236}">
                <a16:creationId xmlns:a16="http://schemas.microsoft.com/office/drawing/2014/main" id="{EBF4972C-7F19-46FB-B250-D7C095967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6220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Risk trigger</a:t>
            </a:r>
          </a:p>
        </p:txBody>
      </p:sp>
      <p:sp>
        <p:nvSpPr>
          <p:cNvPr id="8" name="risk-1-body">
            <a:extLst xmlns:a="http://schemas.openxmlformats.org/drawingml/2006/main">
              <a:ext uri="{FF2B5EF4-FFF2-40B4-BE49-F238E27FC236}">
                <a16:creationId xmlns:a16="http://schemas.microsoft.com/office/drawing/2014/main" id="{4F95C65D-AC0C-4A25-8B6B-C9E8F0688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24150"/>
            <a:ext cx="27241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7085"/>
                </a:solidFill>
              </a:defRPr>
            </a:pPr>
            <a:r>
              <a:rPr sz="1050">
                <a:solidFill>
                  <a:srgbClr val="667085"/>
                </a:solidFill>
              </a:rPr>
              <a:t>What could cause delay, brand risk, cost variance, policy issue, or approval failure.</a:t>
            </a:r>
          </a:p>
        </p:txBody>
      </p:sp>
      <p:sp>
        <p:nvSpPr>
          <p:cNvPr id="9" name="risk-2-card">
            <a:extLst xmlns:a="http://schemas.openxmlformats.org/drawingml/2006/main">
              <a:ext uri="{FF2B5EF4-FFF2-40B4-BE49-F238E27FC236}">
                <a16:creationId xmlns:a16="http://schemas.microsoft.com/office/drawing/2014/main" id="{21754645-983C-4C5B-A887-F9D158B2B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190750"/>
            <a:ext cx="31432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F0"/>
            </a:solidFill>
            <a:prstDash val="solid"/>
          </a:ln>
        </p:spPr>
      </p:sp>
      <p:sp>
        <p:nvSpPr>
          <p:cNvPr id="10" name="risk-2-accent">
            <a:extLst xmlns:a="http://schemas.openxmlformats.org/drawingml/2006/main">
              <a:ext uri="{FF2B5EF4-FFF2-40B4-BE49-F238E27FC236}">
                <a16:creationId xmlns:a16="http://schemas.microsoft.com/office/drawing/2014/main" id="{7CFC680F-EB25-4E62-8B5A-78A6A878F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190750"/>
            <a:ext cx="571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C69"/>
          </a:solidFill>
          <a:ln xmlns:a="http://schemas.openxmlformats.org/drawingml/2006/main" w="0">
            <a:solidFill>
              <a:srgbClr val="123C69"/>
            </a:solidFill>
            <a:prstDash val="solid"/>
          </a:ln>
        </p:spPr>
      </p:sp>
      <p:sp>
        <p:nvSpPr>
          <p:cNvPr id="11" name="risk-2-label">
            <a:extLst xmlns:a="http://schemas.openxmlformats.org/drawingml/2006/main">
              <a:ext uri="{FF2B5EF4-FFF2-40B4-BE49-F238E27FC236}">
                <a16:creationId xmlns:a16="http://schemas.microsoft.com/office/drawing/2014/main" id="{24B9F08F-0A79-4D11-86E1-C88881ED3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36220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Response action</a:t>
            </a:r>
          </a:p>
        </p:txBody>
      </p:sp>
      <p:sp>
        <p:nvSpPr>
          <p:cNvPr id="12" name="risk-2-body">
            <a:extLst xmlns:a="http://schemas.openxmlformats.org/drawingml/2006/main">
              <a:ext uri="{FF2B5EF4-FFF2-40B4-BE49-F238E27FC236}">
                <a16:creationId xmlns:a16="http://schemas.microsoft.com/office/drawing/2014/main" id="{E2141D28-0EB8-4860-8AE7-756842DC6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724150"/>
            <a:ext cx="27241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7085"/>
                </a:solidFill>
              </a:defRPr>
            </a:pPr>
            <a:r>
              <a:rPr sz="1050">
                <a:solidFill>
                  <a:srgbClr val="667085"/>
                </a:solidFill>
              </a:rPr>
              <a:t>What the team will do, when it starts, and what backup route exists.</a:t>
            </a:r>
          </a:p>
        </p:txBody>
      </p:sp>
      <p:sp>
        <p:nvSpPr>
          <p:cNvPr id="13" name="risk-3-card">
            <a:extLst xmlns:a="http://schemas.openxmlformats.org/drawingml/2006/main">
              <a:ext uri="{FF2B5EF4-FFF2-40B4-BE49-F238E27FC236}">
                <a16:creationId xmlns:a16="http://schemas.microsoft.com/office/drawing/2014/main" id="{0F67B959-1930-48A0-A47D-985AA0520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190750"/>
            <a:ext cx="31432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F0"/>
            </a:solidFill>
            <a:prstDash val="solid"/>
          </a:ln>
        </p:spPr>
      </p:sp>
      <p:sp>
        <p:nvSpPr>
          <p:cNvPr id="14" name="risk-3-accent">
            <a:extLst xmlns:a="http://schemas.openxmlformats.org/drawingml/2006/main">
              <a:ext uri="{FF2B5EF4-FFF2-40B4-BE49-F238E27FC236}">
                <a16:creationId xmlns:a16="http://schemas.microsoft.com/office/drawing/2014/main" id="{4DFE40A1-7AEE-4BAD-8F07-A401374C0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190750"/>
            <a:ext cx="571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5E43"/>
          </a:solidFill>
          <a:ln xmlns:a="http://schemas.openxmlformats.org/drawingml/2006/main" w="0">
            <a:solidFill>
              <a:srgbClr val="0E5E43"/>
            </a:solidFill>
            <a:prstDash val="solid"/>
          </a:ln>
        </p:spPr>
      </p:sp>
      <p:sp>
        <p:nvSpPr>
          <p:cNvPr id="15" name="risk-3-label">
            <a:extLst xmlns:a="http://schemas.openxmlformats.org/drawingml/2006/main">
              <a:ext uri="{FF2B5EF4-FFF2-40B4-BE49-F238E27FC236}">
                <a16:creationId xmlns:a16="http://schemas.microsoft.com/office/drawing/2014/main" id="{C50B32F2-A7DD-437E-BAC6-4D4BD6BE6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36220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Owner and next step</a:t>
            </a:r>
          </a:p>
        </p:txBody>
      </p:sp>
      <p:sp>
        <p:nvSpPr>
          <p:cNvPr id="16" name="risk-3-body">
            <a:extLst xmlns:a="http://schemas.openxmlformats.org/drawingml/2006/main">
              <a:ext uri="{FF2B5EF4-FFF2-40B4-BE49-F238E27FC236}">
                <a16:creationId xmlns:a16="http://schemas.microsoft.com/office/drawing/2014/main" id="{60870E6F-850E-4806-A1D9-112C1AFB7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24150"/>
            <a:ext cx="27241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7085"/>
                </a:solidFill>
              </a:defRPr>
            </a:pPr>
            <a:r>
              <a:rPr sz="1050">
                <a:solidFill>
                  <a:srgbClr val="667085"/>
                </a:solidFill>
              </a:rPr>
              <a:t>Who decides, who executes, and what confirmation is needed next.</a:t>
            </a:r>
          </a:p>
        </p:txBody>
      </p:sp>
      <p:sp>
        <p:nvSpPr>
          <p:cNvPr id="17" name="closing-line">
            <a:extLst xmlns:a="http://schemas.openxmlformats.org/drawingml/2006/main">
              <a:ext uri="{FF2B5EF4-FFF2-40B4-BE49-F238E27FC236}">
                <a16:creationId xmlns:a16="http://schemas.microsoft.com/office/drawing/2014/main" id="{A1CC6C8E-C164-4CCC-AFC6-B53243ACD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48250"/>
            <a:ext cx="1009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Recommended next action: confirm scope, missing inputs, budget boundary, and first working session.</a:t>
            </a:r>
          </a:p>
        </p:txBody>
      </p:sp>
      <p:sp>
        <p:nvSpPr>
          <p:cNvPr id="18" name="footer-line-7">
            <a:extLst xmlns:a="http://schemas.openxmlformats.org/drawingml/2006/main">
              <a:ext uri="{FF2B5EF4-FFF2-40B4-BE49-F238E27FC236}">
                <a16:creationId xmlns:a16="http://schemas.microsoft.com/office/drawing/2014/main" id="{412C7649-0402-4E91-B807-38F040581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2F0"/>
            </a:solidFill>
            <a:prstDash val="solid"/>
          </a:ln>
        </p:spPr>
      </p:sp>
      <p:sp>
        <p:nvSpPr>
          <p:cNvPr id="19" name="footer-7">
            <a:extLst xmlns:a="http://schemas.openxmlformats.org/drawingml/2006/main">
              <a:ext uri="{FF2B5EF4-FFF2-40B4-BE49-F238E27FC236}">
                <a16:creationId xmlns:a16="http://schemas.microsoft.com/office/drawing/2014/main" id="{DEC405B8-3C9C-42FD-BA2F-7C6D40EA5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667085"/>
                </a:solidFill>
              </a:defRPr>
            </a:pPr>
            <a:r>
              <a:rPr sz="675">
                <a:solidFill>
                  <a:srgbClr val="667085"/>
                </a:solidFill>
              </a:rPr>
              <a:t>Confidential proposal draft | Replace with client/project footer</a:t>
            </a:r>
          </a:p>
        </p:txBody>
      </p:sp>
    </p:spTree>
    <p:extLst>
      <p:ext uri="{BB962C8B-B14F-4D97-AF65-F5344CB8AC3E}">
        <p14:creationId xmlns:p14="http://schemas.microsoft.com/office/powerpoint/2010/main" val="130966288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2026-06-25T14:18:23.0290000Z</dcterms:created>
  <dcterms:modified xsi:type="dcterms:W3CDTF">2026-06-25T14:18:23.0290000Z</dcterms:modified>
</coreProperties>
</file>