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d89ae37765465f" /><Relationship Type="http://schemas.openxmlformats.org/officeDocument/2006/relationships/extended-properties" Target="/docProps/app.xml" Id="Rf74cf0d13e4d4ca3" /><Relationship Type="http://schemas.openxmlformats.org/officeDocument/2006/relationships/officeDocument" Target="/ppt/presentation.xml" Id="R0ac74f7d944c413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595914ba94843d1"/>
  </p:sldMasterIdLst>
  <p:notesMasterIdLst>
    <p:notesMasterId xmlns:r="http://schemas.openxmlformats.org/officeDocument/2006/relationships" r:id="R1250485a779c40a9"/>
  </p:notesMasterIdLst>
  <p:sldIdLst>
    <p:sldId xmlns:r="http://schemas.openxmlformats.org/officeDocument/2006/relationships" id="256" r:id="R9bfe8e3584594a4d"/>
    <p:sldId xmlns:r="http://schemas.openxmlformats.org/officeDocument/2006/relationships" id="257" r:id="R026aa6a024f0421b"/>
    <p:sldId xmlns:r="http://schemas.openxmlformats.org/officeDocument/2006/relationships" id="258" r:id="R3ee69f6e96b64a93"/>
    <p:sldId xmlns:r="http://schemas.openxmlformats.org/officeDocument/2006/relationships" id="259" r:id="R92e3ac31509744b7"/>
    <p:sldId xmlns:r="http://schemas.openxmlformats.org/officeDocument/2006/relationships" id="260" r:id="R1d6704723a24456d"/>
    <p:sldId xmlns:r="http://schemas.openxmlformats.org/officeDocument/2006/relationships" id="261" r:id="R9aea498ab0a44a76"/>
    <p:sldId xmlns:r="http://schemas.openxmlformats.org/officeDocument/2006/relationships" id="262" r:id="R59d1a2c83632493c"/>
    <p:sldId xmlns:r="http://schemas.openxmlformats.org/officeDocument/2006/relationships" id="263" r:id="R907c6e5c45074c9c"/>
    <p:sldId xmlns:r="http://schemas.openxmlformats.org/officeDocument/2006/relationships" id="264" r:id="Ra34125aa81dd485e"/>
    <p:sldId xmlns:r="http://schemas.openxmlformats.org/officeDocument/2006/relationships" id="265" r:id="R443bdbf0e5294be9"/>
    <p:sldId xmlns:r="http://schemas.openxmlformats.org/officeDocument/2006/relationships" id="266" r:id="Rcafcde95bd014438"/>
    <p:sldId xmlns:r="http://schemas.openxmlformats.org/officeDocument/2006/relationships" id="267" r:id="R7b7b180365834ca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d4a8fdf9e5d4e3a" /><Relationship Type="http://schemas.openxmlformats.org/officeDocument/2006/relationships/slideMaster" Target="/ppt/slideMasters/slideMaster1.xml" Id="Rb595914ba94843d1" /><Relationship Type="http://schemas.openxmlformats.org/officeDocument/2006/relationships/notesMaster" Target="/ppt/notesMasters/notesMaster1.xml" Id="R1250485a779c40a9" /><Relationship Type="http://schemas.openxmlformats.org/officeDocument/2006/relationships/presProps" Target="/ppt/presProps.xml" Id="R43a68d8b1ff54e25" /><Relationship Type="http://schemas.openxmlformats.org/officeDocument/2006/relationships/tableStyles" Target="/ppt/tableStyles.xml" Id="R02641101d6b842a3" /><Relationship Type="http://schemas.openxmlformats.org/officeDocument/2006/relationships/slide" Target="/ppt/slides/slide1.xml" Id="R9bfe8e3584594a4d" /><Relationship Type="http://schemas.openxmlformats.org/officeDocument/2006/relationships/slide" Target="/ppt/slides/slide2.xml" Id="R026aa6a024f0421b" /><Relationship Type="http://schemas.openxmlformats.org/officeDocument/2006/relationships/slide" Target="/ppt/slides/slide3.xml" Id="R3ee69f6e96b64a93" /><Relationship Type="http://schemas.openxmlformats.org/officeDocument/2006/relationships/slide" Target="/ppt/slides/slide4.xml" Id="R92e3ac31509744b7" /><Relationship Type="http://schemas.openxmlformats.org/officeDocument/2006/relationships/slide" Target="/ppt/slides/slide5.xml" Id="R1d6704723a24456d" /><Relationship Type="http://schemas.openxmlformats.org/officeDocument/2006/relationships/slide" Target="/ppt/slides/slide6.xml" Id="R9aea498ab0a44a76" /><Relationship Type="http://schemas.openxmlformats.org/officeDocument/2006/relationships/slide" Target="/ppt/slides/slide7.xml" Id="R59d1a2c83632493c" /><Relationship Type="http://schemas.openxmlformats.org/officeDocument/2006/relationships/slide" Target="/ppt/slides/slide8.xml" Id="R907c6e5c45074c9c" /><Relationship Type="http://schemas.openxmlformats.org/officeDocument/2006/relationships/slide" Target="/ppt/slides/slide9.xml" Id="Ra34125aa81dd485e" /><Relationship Type="http://schemas.openxmlformats.org/officeDocument/2006/relationships/slide" Target="/ppt/slides/slide10.xml" Id="R443bdbf0e5294be9" /><Relationship Type="http://schemas.openxmlformats.org/officeDocument/2006/relationships/slide" Target="/ppt/slides/slide11.xml" Id="Rcafcde95bd014438" /><Relationship Type="http://schemas.openxmlformats.org/officeDocument/2006/relationships/slide" Target="/ppt/slides/slide12.xml" Id="R7b7b180365834ca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02b054446c94e2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ae6c2a35f094c10" /><Relationship Type="http://schemas.openxmlformats.org/officeDocument/2006/relationships/notesMaster" Target="/ppt/notesMasters/notesMaster1.xml" Id="R455ca39428704de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810fe489da14fd3" /><Relationship Type="http://schemas.openxmlformats.org/officeDocument/2006/relationships/notesMaster" Target="/ppt/notesMasters/notesMaster1.xml" Id="R1b1975835e984e4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0652bbf9480447b" /><Relationship Type="http://schemas.openxmlformats.org/officeDocument/2006/relationships/notesMaster" Target="/ppt/notesMasters/notesMaster1.xml" Id="Rfa6a673a6f84430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a5c1a6bf3a14237" /><Relationship Type="http://schemas.openxmlformats.org/officeDocument/2006/relationships/notesMaster" Target="/ppt/notesMasters/notesMaster1.xml" Id="R1e22a5450c35412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6cafaad36ec4ef5" /><Relationship Type="http://schemas.openxmlformats.org/officeDocument/2006/relationships/notesMaster" Target="/ppt/notesMasters/notesMaster1.xml" Id="R920d4b87483a4ea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9bd83678bde4ce3" /><Relationship Type="http://schemas.openxmlformats.org/officeDocument/2006/relationships/notesMaster" Target="/ppt/notesMasters/notesMaster1.xml" Id="R285d7e79a6a842b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172ba79889540b3" /><Relationship Type="http://schemas.openxmlformats.org/officeDocument/2006/relationships/notesMaster" Target="/ppt/notesMasters/notesMaster1.xml" Id="R203a08b4ce7442e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9f6df41eea64a93" /><Relationship Type="http://schemas.openxmlformats.org/officeDocument/2006/relationships/notesMaster" Target="/ppt/notesMasters/notesMaster1.xml" Id="R36679c6f2511498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b577c0c42054ca6" /><Relationship Type="http://schemas.openxmlformats.org/officeDocument/2006/relationships/notesMaster" Target="/ppt/notesMasters/notesMaster1.xml" Id="R35bc2faa0a74462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1d6b573554c45cc" /><Relationship Type="http://schemas.openxmlformats.org/officeDocument/2006/relationships/notesMaster" Target="/ppt/notesMasters/notesMaster1.xml" Id="Rb656f1a2818547e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c4766a1f75442bf" /><Relationship Type="http://schemas.openxmlformats.org/officeDocument/2006/relationships/notesMaster" Target="/ppt/notesMasters/notesMaster1.xml" Id="R672df7528e64443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f14acd5ca5542e5" /><Relationship Type="http://schemas.openxmlformats.org/officeDocument/2006/relationships/notesMaster" Target="/ppt/notesMasters/notesMaster1.xml" Id="Rade73161d08f4c7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b1cff981654a5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184ac6f57164429" /><Relationship Type="http://schemas.openxmlformats.org/officeDocument/2006/relationships/slideLayout" Target="/ppt/slideLayouts/slideLayout1.xml" Id="Re5fa0f62531245b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5fa0f62531245b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df4d3ca9ea43e5" /><Relationship Type="http://schemas.openxmlformats.org/officeDocument/2006/relationships/notesSlide" Target="/ppt/notesSlides/notesSlide1.xml" Id="R89d44c475d6e4f3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0c74e82b6c4477" /><Relationship Type="http://schemas.openxmlformats.org/officeDocument/2006/relationships/notesSlide" Target="/ppt/notesSlides/notesSlide2.xml" Id="R5fb33f43e710445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66df50f4a3435f" /><Relationship Type="http://schemas.openxmlformats.org/officeDocument/2006/relationships/notesSlide" Target="/ppt/notesSlides/notesSlide3.xml" Id="Rc5721efcc40b4cf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bebe36f1224ba1" /><Relationship Type="http://schemas.openxmlformats.org/officeDocument/2006/relationships/notesSlide" Target="/ppt/notesSlides/notesSlide4.xml" Id="Rce28a8e030cd41b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79bc924c2349ac" /><Relationship Type="http://schemas.openxmlformats.org/officeDocument/2006/relationships/notesSlide" Target="/ppt/notesSlides/notesSlide5.xml" Id="R0405dd37b158417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76afb4328745fe" /><Relationship Type="http://schemas.openxmlformats.org/officeDocument/2006/relationships/notesSlide" Target="/ppt/notesSlides/notesSlide6.xml" Id="R3e2db7fdbb65409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0ed4b259864e1f" /><Relationship Type="http://schemas.openxmlformats.org/officeDocument/2006/relationships/notesSlide" Target="/ppt/notesSlides/notesSlide7.xml" Id="Rd49c219e04c141a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1fd834bef647cf" /><Relationship Type="http://schemas.openxmlformats.org/officeDocument/2006/relationships/notesSlide" Target="/ppt/notesSlides/notesSlide8.xml" Id="R7c69c7fceb9b4f7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ad7659385841ec" /><Relationship Type="http://schemas.openxmlformats.org/officeDocument/2006/relationships/notesSlide" Target="/ppt/notesSlides/notesSlide9.xml" Id="R43fdaa73a7e249d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4846cb2c934550" /><Relationship Type="http://schemas.openxmlformats.org/officeDocument/2006/relationships/notesSlide" Target="/ppt/notesSlides/notesSlide10.xml" Id="R86abefcb0425497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2b24ac14ec4784" /><Relationship Type="http://schemas.openxmlformats.org/officeDocument/2006/relationships/notesSlide" Target="/ppt/notesSlides/notesSlide11.xml" Id="R2d8972839b864e2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2d08ac28384e28" /><Relationship Type="http://schemas.openxmlformats.org/officeDocument/2006/relationships/notesSlide" Target="/ppt/notesSlides/notesSlide12.xml" Id="Rfd8767c50d384e1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left">
            <a:extLst xmlns:a="http://schemas.openxmlformats.org/drawingml/2006/main">
              <a:ext uri="{FF2B5EF4-FFF2-40B4-BE49-F238E27FC236}">
                <a16:creationId xmlns:a16="http://schemas.microsoft.com/office/drawing/2014/main" id="{AF062298-455A-456C-A5E8-936A6EA1E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90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E43"/>
          </a:solidFill>
          <a:ln xmlns:a="http://schemas.openxmlformats.org/drawingml/2006/main" w="0">
            <a:solidFill>
              <a:srgbClr val="0E5E43"/>
            </a:solidFill>
            <a:prstDash val="solid"/>
          </a:ln>
        </p:spPr>
      </p:sp>
      <p:sp>
        <p:nvSpPr>
          <p:cNvPr id="2" name="cover-brand">
            <a:extLst xmlns:a="http://schemas.openxmlformats.org/drawingml/2006/main">
              <a:ext uri="{FF2B5EF4-FFF2-40B4-BE49-F238E27FC236}">
                <a16:creationId xmlns:a16="http://schemas.microsoft.com/office/drawing/2014/main" id="{3BAF9A8D-278A-448F-BBCB-854110452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CEFE7"/>
                </a:solidFill>
              </a:defRPr>
            </a:pPr>
            <a:r>
              <a:rPr sz="900" b="1">
                <a:solidFill>
                  <a:srgbClr val="DCEFE7"/>
                </a:solidFill>
              </a:rPr>
              <a:t>BUSINESS PROPOSAL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902FE42-9E1B-445E-B840-61C62756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428750"/>
            <a:ext cx="5810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6201A"/>
                </a:solidFill>
              </a:defRPr>
            </a:pPr>
            <a:r>
              <a:rPr sz="3750" b="1">
                <a:solidFill>
                  <a:srgbClr val="16201A"/>
                </a:solidFill>
              </a:rPr>
              <a:t>Proposal title goes here</a:t>
            </a:r>
          </a:p>
        </p:txBody>
      </p:sp>
      <p:sp>
        <p:nvSpPr>
          <p:cNvPr id="4" name="cover-thesis">
            <a:extLst xmlns:a="http://schemas.openxmlformats.org/drawingml/2006/main">
              <a:ext uri="{FF2B5EF4-FFF2-40B4-BE49-F238E27FC236}">
                <a16:creationId xmlns:a16="http://schemas.microsoft.com/office/drawing/2014/main" id="{750FAC1A-3DDB-4A76-8333-CE801A78F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52750"/>
            <a:ext cx="6000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D746A"/>
                </a:solidFill>
              </a:defRPr>
            </a:pPr>
            <a:r>
              <a:rPr sz="1650">
                <a:solidFill>
                  <a:srgbClr val="6D746A"/>
                </a:solidFill>
              </a:rPr>
              <a:t>One winning thesis that explains why this plan deserves to be selected.</a:t>
            </a:r>
          </a:p>
        </p:txBody>
      </p:sp>
      <p:sp>
        <p:nvSpPr>
          <p:cNvPr id="5" name="cover-rule">
            <a:extLst xmlns:a="http://schemas.openxmlformats.org/drawingml/2006/main">
              <a:ext uri="{FF2B5EF4-FFF2-40B4-BE49-F238E27FC236}">
                <a16:creationId xmlns:a16="http://schemas.microsoft.com/office/drawing/2014/main" id="{F345BBB0-1723-43CF-B19F-65A874DD4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095750"/>
            <a:ext cx="5143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DA34B"/>
            </a:solidFill>
            <a:prstDash val="solid"/>
          </a:ln>
        </p:spPr>
      </p:sp>
      <p:sp>
        <p:nvSpPr>
          <p:cNvPr id="6" name="cover-meta">
            <a:extLst xmlns:a="http://schemas.openxmlformats.org/drawingml/2006/main">
              <a:ext uri="{FF2B5EF4-FFF2-40B4-BE49-F238E27FC236}">
                <a16:creationId xmlns:a16="http://schemas.microsoft.com/office/drawing/2014/main" id="{24DA721D-67FA-4FFC-9AF9-FF56EA291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4292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D746A"/>
                </a:solidFill>
              </a:defRPr>
            </a:pPr>
            <a:r>
              <a:rPr sz="1050">
                <a:solidFill>
                  <a:srgbClr val="6D746A"/>
                </a:solidFill>
              </a:rPr>
              <a:t>Client / Project / Date / Presenter</a:t>
            </a:r>
          </a:p>
        </p:txBody>
      </p:sp>
      <p:sp>
        <p:nvSpPr>
          <p:cNvPr id="7" name="cover-pill-0-pill">
            <a:extLst xmlns:a="http://schemas.openxmlformats.org/drawingml/2006/main">
              <a:ext uri="{FF2B5EF4-FFF2-40B4-BE49-F238E27FC236}">
                <a16:creationId xmlns:a16="http://schemas.microsoft.com/office/drawing/2014/main" id="{5D8DCD18-AF38-42B4-BC29-79CAF95C5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1714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DA34B"/>
          </a:solidFill>
          <a:ln xmlns:a="http://schemas.openxmlformats.org/drawingml/2006/main" w="9525">
            <a:solidFill>
              <a:srgbClr val="CDA34B"/>
            </a:solidFill>
            <a:prstDash val="solid"/>
          </a:ln>
        </p:spPr>
      </p:sp>
      <p:sp>
        <p:nvSpPr>
          <p:cNvPr id="8" name="cover-pill-0-text">
            <a:extLst xmlns:a="http://schemas.openxmlformats.org/drawingml/2006/main">
              <a:ext uri="{FF2B5EF4-FFF2-40B4-BE49-F238E27FC236}">
                <a16:creationId xmlns:a16="http://schemas.microsoft.com/office/drawing/2014/main" id="{E969AB13-D0D1-40FA-8AD3-C6DD15AF1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57700"/>
            <a:ext cx="1447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Problem</a:t>
            </a:r>
          </a:p>
        </p:txBody>
      </p:sp>
      <p:sp>
        <p:nvSpPr>
          <p:cNvPr id="9" name="cover-pill-1-pill">
            <a:extLst xmlns:a="http://schemas.openxmlformats.org/drawingml/2006/main">
              <a:ext uri="{FF2B5EF4-FFF2-40B4-BE49-F238E27FC236}">
                <a16:creationId xmlns:a16="http://schemas.microsoft.com/office/drawing/2014/main" id="{F3834B6C-0477-4078-B323-E22F3643C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714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7A4F"/>
          </a:solidFill>
          <a:ln xmlns:a="http://schemas.openxmlformats.org/drawingml/2006/main" w="9525">
            <a:solidFill>
              <a:srgbClr val="E07A4F"/>
            </a:solidFill>
            <a:prstDash val="solid"/>
          </a:ln>
        </p:spPr>
      </p:sp>
      <p:sp>
        <p:nvSpPr>
          <p:cNvPr id="10" name="cover-pill-1-text">
            <a:extLst xmlns:a="http://schemas.openxmlformats.org/drawingml/2006/main">
              <a:ext uri="{FF2B5EF4-FFF2-40B4-BE49-F238E27FC236}">
                <a16:creationId xmlns:a16="http://schemas.microsoft.com/office/drawing/2014/main" id="{C1B97298-7BCD-4482-BEBF-F18E8DEFD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95850"/>
            <a:ext cx="1447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Proof</a:t>
            </a:r>
          </a:p>
        </p:txBody>
      </p:sp>
      <p:sp>
        <p:nvSpPr>
          <p:cNvPr id="11" name="cover-pill-2-pill">
            <a:extLst xmlns:a="http://schemas.openxmlformats.org/drawingml/2006/main">
              <a:ext uri="{FF2B5EF4-FFF2-40B4-BE49-F238E27FC236}">
                <a16:creationId xmlns:a16="http://schemas.microsoft.com/office/drawing/2014/main" id="{B7EF96D9-F190-4F45-94C1-F3E6484E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714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3A5"/>
          </a:solidFill>
          <a:ln xmlns:a="http://schemas.openxmlformats.org/drawingml/2006/main" w="9525">
            <a:solidFill>
              <a:srgbClr val="3D83A5"/>
            </a:solidFill>
            <a:prstDash val="solid"/>
          </a:ln>
        </p:spPr>
      </p:sp>
      <p:sp>
        <p:nvSpPr>
          <p:cNvPr id="12" name="cover-pill-2-text">
            <a:extLst xmlns:a="http://schemas.openxmlformats.org/drawingml/2006/main">
              <a:ext uri="{FF2B5EF4-FFF2-40B4-BE49-F238E27FC236}">
                <a16:creationId xmlns:a16="http://schemas.microsoft.com/office/drawing/2014/main" id="{A770AB38-033A-4D1B-8788-C74CE529D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34000"/>
            <a:ext cx="1447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Plan</a:t>
            </a:r>
          </a:p>
        </p:txBody>
      </p:sp>
    </p:spTree>
    <p:extLst>
      <p:ext uri="{BB962C8B-B14F-4D97-AF65-F5344CB8AC3E}">
        <p14:creationId xmlns:p14="http://schemas.microsoft.com/office/powerpoint/2010/main" val="11663742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2">
            <a:extLst xmlns:a="http://schemas.openxmlformats.org/drawingml/2006/main">
              <a:ext uri="{FF2B5EF4-FFF2-40B4-BE49-F238E27FC236}">
                <a16:creationId xmlns:a16="http://schemas.microsoft.com/office/drawing/2014/main" id="{D270DFA5-F8E1-43CA-8156-A6B12ECF8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E6B2F"/>
                </a:solidFill>
              </a:defRPr>
            </a:pPr>
            <a:r>
              <a:rPr sz="825" b="1">
                <a:solidFill>
                  <a:srgbClr val="8E6B2F"/>
                </a:solidFill>
              </a:rPr>
              <a:t>WINNING THESIS</a:t>
            </a:r>
          </a:p>
        </p:txBody>
      </p:sp>
      <p:sp>
        <p:nvSpPr>
          <p:cNvPr id="2" name="page-2">
            <a:extLst xmlns:a="http://schemas.openxmlformats.org/drawingml/2006/main">
              <a:ext uri="{FF2B5EF4-FFF2-40B4-BE49-F238E27FC236}">
                <a16:creationId xmlns:a16="http://schemas.microsoft.com/office/drawing/2014/main" id="{1480470F-6C17-4DBD-908E-EAFA2B96D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2857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D746A"/>
                </a:solidFill>
              </a:defRPr>
            </a:pPr>
            <a:r>
              <a:rPr sz="825" b="1">
                <a:solidFill>
                  <a:srgbClr val="6D746A"/>
                </a:solidFill>
              </a:rPr>
              <a:t>02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BADC8CC7-3D13-4609-A9A4-D009ED410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6201A"/>
                </a:solidFill>
              </a:defRPr>
            </a:pPr>
            <a:r>
              <a:rPr sz="2625" b="1">
                <a:solidFill>
                  <a:srgbClr val="16201A"/>
                </a:solidFill>
              </a:rPr>
              <a:t>Turn the client problem into a memorable decision</a:t>
            </a:r>
          </a:p>
        </p:txBody>
      </p:sp>
      <p:sp>
        <p:nvSpPr>
          <p:cNvPr id="4" name="subtitle-2">
            <a:extLst xmlns:a="http://schemas.openxmlformats.org/drawingml/2006/main">
              <a:ext uri="{FF2B5EF4-FFF2-40B4-BE49-F238E27FC236}">
                <a16:creationId xmlns:a16="http://schemas.microsoft.com/office/drawing/2014/main" id="{1A08E326-0782-4832-A7B0-94C69326F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790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D746A"/>
                </a:solidFill>
              </a:defRPr>
            </a:pPr>
            <a:r>
              <a:rPr sz="1275">
                <a:solidFill>
                  <a:srgbClr val="6D746A"/>
                </a:solidFill>
              </a:rPr>
              <a:t>Use a strong argument first, then prove the operating system.</a:t>
            </a:r>
          </a:p>
        </p:txBody>
      </p:sp>
      <p:sp>
        <p:nvSpPr>
          <p:cNvPr id="5" name="hero-thesis">
            <a:extLst xmlns:a="http://schemas.openxmlformats.org/drawingml/2006/main">
              <a:ext uri="{FF2B5EF4-FFF2-40B4-BE49-F238E27FC236}">
                <a16:creationId xmlns:a16="http://schemas.microsoft.com/office/drawing/2014/main" id="{68C08539-E1F2-4751-9F30-E7A8FE04F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66950"/>
            <a:ext cx="58102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E5E43"/>
          </a:solidFill>
          <a:ln xmlns:a="http://schemas.openxmlformats.org/drawingml/2006/main" w="9525">
            <a:solidFill>
              <a:srgbClr val="0E5E43"/>
            </a:solidFill>
            <a:prstDash val="solid"/>
          </a:ln>
        </p:spPr>
      </p:sp>
      <p:sp>
        <p:nvSpPr>
          <p:cNvPr id="6" name="hero-thesis-text">
            <a:extLst xmlns:a="http://schemas.openxmlformats.org/drawingml/2006/main">
              <a:ext uri="{FF2B5EF4-FFF2-40B4-BE49-F238E27FC236}">
                <a16:creationId xmlns:a16="http://schemas.microsoft.com/office/drawing/2014/main" id="{6CC83AB0-B3E6-45F1-A99B-DAE8AE7CD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76550"/>
            <a:ext cx="50958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The proposal wins when the client remembers one clear reason to choose us.</a:t>
            </a:r>
          </a:p>
        </p:txBody>
      </p:sp>
      <p:sp>
        <p:nvSpPr>
          <p:cNvPr id="7" name="hero-support">
            <a:extLst xmlns:a="http://schemas.openxmlformats.org/drawingml/2006/main">
              <a:ext uri="{FF2B5EF4-FFF2-40B4-BE49-F238E27FC236}">
                <a16:creationId xmlns:a16="http://schemas.microsoft.com/office/drawing/2014/main" id="{D7A9A7B8-D3AC-49E7-ADDF-93BE12891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719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DCEFE7"/>
                </a:solidFill>
              </a:defRPr>
            </a:pPr>
            <a:r>
              <a:rPr sz="1200">
                <a:solidFill>
                  <a:srgbClr val="DCEFE7"/>
                </a:solidFill>
              </a:rPr>
              <a:t>Replace this with the one-sentence winning thesis.</a:t>
            </a:r>
          </a:p>
        </p:txBody>
      </p:sp>
      <p:sp>
        <p:nvSpPr>
          <p:cNvPr id="8" name="thesis-proof-0-card">
            <a:extLst xmlns:a="http://schemas.openxmlformats.org/drawingml/2006/main">
              <a:ext uri="{FF2B5EF4-FFF2-40B4-BE49-F238E27FC236}">
                <a16:creationId xmlns:a16="http://schemas.microsoft.com/office/drawing/2014/main" id="{54766121-4C18-43F0-82CE-A7A85794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266950"/>
            <a:ext cx="390525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9" name="thesis-proof-0-bar">
            <a:extLst xmlns:a="http://schemas.openxmlformats.org/drawingml/2006/main">
              <a:ext uri="{FF2B5EF4-FFF2-40B4-BE49-F238E27FC236}">
                <a16:creationId xmlns:a16="http://schemas.microsoft.com/office/drawing/2014/main" id="{3A6EED71-A81E-4A80-A133-F38EC478D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266950"/>
            <a:ext cx="57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A34B"/>
          </a:solidFill>
          <a:ln xmlns:a="http://schemas.openxmlformats.org/drawingml/2006/main" w="0">
            <a:solidFill>
              <a:srgbClr val="CDA34B"/>
            </a:solidFill>
            <a:prstDash val="solid"/>
          </a:ln>
        </p:spPr>
      </p:sp>
      <p:sp>
        <p:nvSpPr>
          <p:cNvPr id="10" name="thesis-proof-0-label">
            <a:extLst xmlns:a="http://schemas.openxmlformats.org/drawingml/2006/main">
              <a:ext uri="{FF2B5EF4-FFF2-40B4-BE49-F238E27FC236}">
                <a16:creationId xmlns:a16="http://schemas.microsoft.com/office/drawing/2014/main" id="{AFA943E8-09AE-47DE-A289-841FF72F8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38400"/>
            <a:ext cx="3486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DA34B"/>
                </a:solidFill>
              </a:defRPr>
            </a:pPr>
            <a:r>
              <a:rPr sz="1350" b="1">
                <a:solidFill>
                  <a:srgbClr val="CDA34B"/>
                </a:solidFill>
              </a:rPr>
              <a:t>Client problem</a:t>
            </a:r>
          </a:p>
        </p:txBody>
      </p:sp>
      <p:sp>
        <p:nvSpPr>
          <p:cNvPr id="11" name="thesis-proof-0-body">
            <a:extLst xmlns:a="http://schemas.openxmlformats.org/drawingml/2006/main">
              <a:ext uri="{FF2B5EF4-FFF2-40B4-BE49-F238E27FC236}">
                <a16:creationId xmlns:a16="http://schemas.microsoft.com/office/drawing/2014/main" id="{190D10EA-E380-42DA-9F66-63C952CEA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838450"/>
            <a:ext cx="34861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D746A"/>
                </a:solidFill>
              </a:defRPr>
            </a:pPr>
            <a:r>
              <a:rPr sz="1050">
                <a:solidFill>
                  <a:srgbClr val="6D746A"/>
                </a:solidFill>
              </a:rPr>
              <a:t>One concise proof point or implication.</a:t>
            </a:r>
          </a:p>
        </p:txBody>
      </p:sp>
      <p:sp>
        <p:nvSpPr>
          <p:cNvPr id="12" name="thesis-proof-1-card">
            <a:extLst xmlns:a="http://schemas.openxmlformats.org/drawingml/2006/main">
              <a:ext uri="{FF2B5EF4-FFF2-40B4-BE49-F238E27FC236}">
                <a16:creationId xmlns:a16="http://schemas.microsoft.com/office/drawing/2014/main" id="{69DD005B-09B1-45AA-8EAC-480CB7B21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95650"/>
            <a:ext cx="390525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13" name="thesis-proof-1-bar">
            <a:extLst xmlns:a="http://schemas.openxmlformats.org/drawingml/2006/main">
              <a:ext uri="{FF2B5EF4-FFF2-40B4-BE49-F238E27FC236}">
                <a16:creationId xmlns:a16="http://schemas.microsoft.com/office/drawing/2014/main" id="{8DF548FC-E470-45A3-927A-D6C8E374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95650"/>
            <a:ext cx="57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3A5"/>
          </a:solidFill>
          <a:ln xmlns:a="http://schemas.openxmlformats.org/drawingml/2006/main" w="0">
            <a:solidFill>
              <a:srgbClr val="3D83A5"/>
            </a:solidFill>
            <a:prstDash val="solid"/>
          </a:ln>
        </p:spPr>
      </p:sp>
      <p:sp>
        <p:nvSpPr>
          <p:cNvPr id="14" name="thesis-proof-1-label">
            <a:extLst xmlns:a="http://schemas.openxmlformats.org/drawingml/2006/main">
              <a:ext uri="{FF2B5EF4-FFF2-40B4-BE49-F238E27FC236}">
                <a16:creationId xmlns:a16="http://schemas.microsoft.com/office/drawing/2014/main" id="{C91CFA9A-772D-4A6C-B2DA-1F0370FF1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467100"/>
            <a:ext cx="3486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D83A5"/>
                </a:solidFill>
              </a:defRPr>
            </a:pPr>
            <a:r>
              <a:rPr sz="1350" b="1">
                <a:solidFill>
                  <a:srgbClr val="3D83A5"/>
                </a:solidFill>
              </a:rPr>
              <a:t>Our judgment</a:t>
            </a:r>
          </a:p>
        </p:txBody>
      </p:sp>
      <p:sp>
        <p:nvSpPr>
          <p:cNvPr id="15" name="thesis-proof-1-body">
            <a:extLst xmlns:a="http://schemas.openxmlformats.org/drawingml/2006/main">
              <a:ext uri="{FF2B5EF4-FFF2-40B4-BE49-F238E27FC236}">
                <a16:creationId xmlns:a16="http://schemas.microsoft.com/office/drawing/2014/main" id="{4825D923-A64C-41BF-9553-3B972287D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67150"/>
            <a:ext cx="34861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D746A"/>
                </a:solidFill>
              </a:defRPr>
            </a:pPr>
            <a:r>
              <a:rPr sz="1050">
                <a:solidFill>
                  <a:srgbClr val="6D746A"/>
                </a:solidFill>
              </a:rPr>
              <a:t>One concise proof point or implication.</a:t>
            </a:r>
          </a:p>
        </p:txBody>
      </p:sp>
      <p:sp>
        <p:nvSpPr>
          <p:cNvPr id="16" name="thesis-proof-2-card">
            <a:extLst xmlns:a="http://schemas.openxmlformats.org/drawingml/2006/main">
              <a:ext uri="{FF2B5EF4-FFF2-40B4-BE49-F238E27FC236}">
                <a16:creationId xmlns:a16="http://schemas.microsoft.com/office/drawing/2014/main" id="{D247DD21-A83F-455C-B831-7BD7D9084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324350"/>
            <a:ext cx="390525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17" name="thesis-proof-2-bar">
            <a:extLst xmlns:a="http://schemas.openxmlformats.org/drawingml/2006/main">
              <a:ext uri="{FF2B5EF4-FFF2-40B4-BE49-F238E27FC236}">
                <a16:creationId xmlns:a16="http://schemas.microsoft.com/office/drawing/2014/main" id="{FF9ADF2C-DE6B-4E76-BB9D-4AC696FFB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324350"/>
            <a:ext cx="57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4F"/>
          </a:solidFill>
          <a:ln xmlns:a="http://schemas.openxmlformats.org/drawingml/2006/main" w="0">
            <a:solidFill>
              <a:srgbClr val="E07A4F"/>
            </a:solidFill>
            <a:prstDash val="solid"/>
          </a:ln>
        </p:spPr>
      </p:sp>
      <p:sp>
        <p:nvSpPr>
          <p:cNvPr id="18" name="thesis-proof-2-label">
            <a:extLst xmlns:a="http://schemas.openxmlformats.org/drawingml/2006/main">
              <a:ext uri="{FF2B5EF4-FFF2-40B4-BE49-F238E27FC236}">
                <a16:creationId xmlns:a16="http://schemas.microsoft.com/office/drawing/2014/main" id="{AA04A5F5-F550-4B44-A317-0CC93A1B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495800"/>
            <a:ext cx="3486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E07A4F"/>
                </a:solidFill>
              </a:defRPr>
            </a:pPr>
            <a:r>
              <a:rPr sz="1350" b="1">
                <a:solidFill>
                  <a:srgbClr val="E07A4F"/>
                </a:solidFill>
              </a:rPr>
              <a:t>Business value</a:t>
            </a:r>
          </a:p>
        </p:txBody>
      </p:sp>
      <p:sp>
        <p:nvSpPr>
          <p:cNvPr id="19" name="thesis-proof-2-body">
            <a:extLst xmlns:a="http://schemas.openxmlformats.org/drawingml/2006/main">
              <a:ext uri="{FF2B5EF4-FFF2-40B4-BE49-F238E27FC236}">
                <a16:creationId xmlns:a16="http://schemas.microsoft.com/office/drawing/2014/main" id="{C0195823-EC36-46E8-A9A4-0B0A38BC8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895850"/>
            <a:ext cx="34861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D746A"/>
                </a:solidFill>
              </a:defRPr>
            </a:pPr>
            <a:r>
              <a:rPr sz="1050">
                <a:solidFill>
                  <a:srgbClr val="6D746A"/>
                </a:solidFill>
              </a:rPr>
              <a:t>One concise proof point or implication.</a:t>
            </a:r>
          </a:p>
        </p:txBody>
      </p:sp>
      <p:sp>
        <p:nvSpPr>
          <p:cNvPr id="20" name="footer-line-2">
            <a:extLst xmlns:a="http://schemas.openxmlformats.org/drawingml/2006/main">
              <a:ext uri="{FF2B5EF4-FFF2-40B4-BE49-F238E27FC236}">
                <a16:creationId xmlns:a16="http://schemas.microsoft.com/office/drawing/2014/main" id="{04B08ADE-AC63-4B6C-A075-16CD3D8F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627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21" name="footer-2">
            <a:extLst xmlns:a="http://schemas.openxmlformats.org/drawingml/2006/main">
              <a:ext uri="{FF2B5EF4-FFF2-40B4-BE49-F238E27FC236}">
                <a16:creationId xmlns:a16="http://schemas.microsoft.com/office/drawing/2014/main" id="{6999B48B-3D6E-4206-8C93-6E56B728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D746A"/>
                </a:solidFill>
              </a:defRPr>
            </a:pPr>
            <a:r>
              <a:rPr sz="675">
                <a:solidFill>
                  <a:srgbClr val="6D746A"/>
                </a:solidFill>
              </a:rPr>
              <a:t>Proposal template | Replace with client/project footer</a:t>
            </a:r>
          </a:p>
        </p:txBody>
      </p:sp>
    </p:spTree>
    <p:extLst>
      <p:ext uri="{BB962C8B-B14F-4D97-AF65-F5344CB8AC3E}">
        <p14:creationId xmlns:p14="http://schemas.microsoft.com/office/powerpoint/2010/main" val="13450626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3">
            <a:extLst xmlns:a="http://schemas.openxmlformats.org/drawingml/2006/main">
              <a:ext uri="{FF2B5EF4-FFF2-40B4-BE49-F238E27FC236}">
                <a16:creationId xmlns:a16="http://schemas.microsoft.com/office/drawing/2014/main" id="{70790F4A-BE9D-4968-8051-53E610C55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E6B2F"/>
                </a:solidFill>
              </a:defRPr>
            </a:pPr>
            <a:r>
              <a:rPr sz="825" b="1">
                <a:solidFill>
                  <a:srgbClr val="8E6B2F"/>
                </a:solidFill>
              </a:rPr>
              <a:t>BRIEF RESPONSE</a:t>
            </a:r>
          </a:p>
        </p:txBody>
      </p:sp>
      <p:sp>
        <p:nvSpPr>
          <p:cNvPr id="2" name="page-3">
            <a:extLst xmlns:a="http://schemas.openxmlformats.org/drawingml/2006/main">
              <a:ext uri="{FF2B5EF4-FFF2-40B4-BE49-F238E27FC236}">
                <a16:creationId xmlns:a16="http://schemas.microsoft.com/office/drawing/2014/main" id="{B6755C72-477A-4ACE-9BC3-9534C71E9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2857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D746A"/>
                </a:solidFill>
              </a:defRPr>
            </a:pPr>
            <a:r>
              <a:rPr sz="825" b="1">
                <a:solidFill>
                  <a:srgbClr val="6D746A"/>
                </a:solidFill>
              </a:rPr>
              <a:t>03</a:t>
            </a:r>
          </a:p>
        </p:txBody>
      </p:sp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9D9E18B3-2FA7-49DF-81D2-84F737AE9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6201A"/>
                </a:solidFill>
              </a:defRPr>
            </a:pPr>
            <a:r>
              <a:rPr sz="2625" b="1">
                <a:solidFill>
                  <a:srgbClr val="16201A"/>
                </a:solidFill>
              </a:rPr>
              <a:t>Translate the brief into purchase criteria</a:t>
            </a:r>
          </a:p>
        </p:txBody>
      </p:sp>
      <p:sp>
        <p:nvSpPr>
          <p:cNvPr id="4" name="subtitle-3">
            <a:extLst xmlns:a="http://schemas.openxmlformats.org/drawingml/2006/main">
              <a:ext uri="{FF2B5EF4-FFF2-40B4-BE49-F238E27FC236}">
                <a16:creationId xmlns:a16="http://schemas.microsoft.com/office/drawing/2014/main" id="{B8206DB0-F0B5-4F6B-90A1-B974B31AE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790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D746A"/>
                </a:solidFill>
              </a:defRPr>
            </a:pPr>
            <a:r>
              <a:rPr sz="1275">
                <a:solidFill>
                  <a:srgbClr val="6D746A"/>
                </a:solidFill>
              </a:rPr>
              <a:t>Show what the client is really buying and how the proposal answers it.</a:t>
            </a:r>
          </a:p>
        </p:txBody>
      </p:sp>
      <p:sp>
        <p:nvSpPr>
          <p:cNvPr id="5" name="brief-head-0">
            <a:extLst xmlns:a="http://schemas.openxmlformats.org/drawingml/2006/main">
              <a:ext uri="{FF2B5EF4-FFF2-40B4-BE49-F238E27FC236}">
                <a16:creationId xmlns:a16="http://schemas.microsoft.com/office/drawing/2014/main" id="{A29B3EED-E780-492C-BC0E-751319C29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47900"/>
            <a:ext cx="228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E43"/>
          </a:solidFill>
          <a:ln xmlns:a="http://schemas.openxmlformats.org/drawingml/2006/main" w="0">
            <a:solidFill>
              <a:srgbClr val="0E5E43"/>
            </a:solidFill>
            <a:prstDash val="solid"/>
          </a:ln>
        </p:spPr>
      </p:sp>
      <p:sp>
        <p:nvSpPr>
          <p:cNvPr id="6" name="brief-head-text-0">
            <a:extLst xmlns:a="http://schemas.openxmlformats.org/drawingml/2006/main">
              <a:ext uri="{FF2B5EF4-FFF2-40B4-BE49-F238E27FC236}">
                <a16:creationId xmlns:a16="http://schemas.microsoft.com/office/drawing/2014/main" id="{315FD69E-4728-44BC-B854-9F7B1B109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62200"/>
            <a:ext cx="1981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Client words</a:t>
            </a:r>
          </a:p>
        </p:txBody>
      </p:sp>
      <p:sp>
        <p:nvSpPr>
          <p:cNvPr id="7" name="brief-head-1">
            <a:extLst xmlns:a="http://schemas.openxmlformats.org/drawingml/2006/main">
              <a:ext uri="{FF2B5EF4-FFF2-40B4-BE49-F238E27FC236}">
                <a16:creationId xmlns:a16="http://schemas.microsoft.com/office/drawing/2014/main" id="{CFE660F8-26A5-4D60-8BB3-20782024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47900"/>
            <a:ext cx="285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E43"/>
          </a:solidFill>
          <a:ln xmlns:a="http://schemas.openxmlformats.org/drawingml/2006/main" w="0">
            <a:solidFill>
              <a:srgbClr val="0E5E43"/>
            </a:solidFill>
            <a:prstDash val="solid"/>
          </a:ln>
        </p:spPr>
      </p:sp>
      <p:sp>
        <p:nvSpPr>
          <p:cNvPr id="8" name="brief-head-text-1">
            <a:extLst xmlns:a="http://schemas.openxmlformats.org/drawingml/2006/main">
              <a:ext uri="{FF2B5EF4-FFF2-40B4-BE49-F238E27FC236}">
                <a16:creationId xmlns:a16="http://schemas.microsoft.com/office/drawing/2014/main" id="{7E9C1131-68CF-418A-BC41-F6AED4612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362200"/>
            <a:ext cx="2552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Our translation</a:t>
            </a:r>
          </a:p>
        </p:txBody>
      </p:sp>
      <p:sp>
        <p:nvSpPr>
          <p:cNvPr id="9" name="brief-head-2">
            <a:extLst xmlns:a="http://schemas.openxmlformats.org/drawingml/2006/main">
              <a:ext uri="{FF2B5EF4-FFF2-40B4-BE49-F238E27FC236}">
                <a16:creationId xmlns:a16="http://schemas.microsoft.com/office/drawing/2014/main" id="{5F9BADEC-8D6C-42BE-A3FF-E500EB6E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247900"/>
            <a:ext cx="285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E43"/>
          </a:solidFill>
          <a:ln xmlns:a="http://schemas.openxmlformats.org/drawingml/2006/main" w="0">
            <a:solidFill>
              <a:srgbClr val="0E5E43"/>
            </a:solidFill>
            <a:prstDash val="solid"/>
          </a:ln>
        </p:spPr>
      </p:sp>
      <p:sp>
        <p:nvSpPr>
          <p:cNvPr id="10" name="brief-head-text-2">
            <a:extLst xmlns:a="http://schemas.openxmlformats.org/drawingml/2006/main">
              <a:ext uri="{FF2B5EF4-FFF2-40B4-BE49-F238E27FC236}">
                <a16:creationId xmlns:a16="http://schemas.microsoft.com/office/drawing/2014/main" id="{B1BABCC0-0DAD-43FD-AEE7-578BBC8C9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362200"/>
            <a:ext cx="2552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Proposal response</a:t>
            </a:r>
          </a:p>
        </p:txBody>
      </p:sp>
      <p:sp>
        <p:nvSpPr>
          <p:cNvPr id="11" name="brief-cell-bg-0-0">
            <a:extLst xmlns:a="http://schemas.openxmlformats.org/drawingml/2006/main">
              <a:ext uri="{FF2B5EF4-FFF2-40B4-BE49-F238E27FC236}">
                <a16:creationId xmlns:a16="http://schemas.microsoft.com/office/drawing/2014/main" id="{8B9EA336-F527-4C70-891F-76B81C6F6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6700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CD2"/>
          </a:solidFill>
          <a:ln xmlns:a="http://schemas.openxmlformats.org/drawingml/2006/main" w="0">
            <a:solidFill>
              <a:srgbClr val="F6ECD2"/>
            </a:solidFill>
            <a:prstDash val="solid"/>
          </a:ln>
        </p:spPr>
      </p:sp>
      <p:sp>
        <p:nvSpPr>
          <p:cNvPr id="12" name="brief-cell-border-0-0">
            <a:extLst xmlns:a="http://schemas.openxmlformats.org/drawingml/2006/main">
              <a:ext uri="{FF2B5EF4-FFF2-40B4-BE49-F238E27FC236}">
                <a16:creationId xmlns:a16="http://schemas.microsoft.com/office/drawing/2014/main" id="{A0D7F094-3D37-464F-9C9C-B74E23023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670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13" name="brief-cell-text-0-0">
            <a:extLst xmlns:a="http://schemas.openxmlformats.org/drawingml/2006/main">
              <a:ext uri="{FF2B5EF4-FFF2-40B4-BE49-F238E27FC236}">
                <a16:creationId xmlns:a16="http://schemas.microsoft.com/office/drawing/2014/main" id="{4D139913-0F2F-4B3E-BDB3-1BC73C5FF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38450"/>
            <a:ext cx="1981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6201A"/>
                </a:solidFill>
              </a:defRPr>
            </a:pPr>
            <a:r>
              <a:rPr sz="900">
                <a:solidFill>
                  <a:srgbClr val="16201A"/>
                </a:solidFill>
              </a:rPr>
              <a:t>Placeholder</a:t>
            </a:r>
          </a:p>
        </p:txBody>
      </p:sp>
      <p:sp>
        <p:nvSpPr>
          <p:cNvPr id="14" name="brief-cell-bg-0-1">
            <a:extLst xmlns:a="http://schemas.openxmlformats.org/drawingml/2006/main">
              <a:ext uri="{FF2B5EF4-FFF2-40B4-BE49-F238E27FC236}">
                <a16:creationId xmlns:a16="http://schemas.microsoft.com/office/drawing/2014/main" id="{C144947D-B724-420D-8793-74CA92504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6670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CD2"/>
          </a:solidFill>
          <a:ln xmlns:a="http://schemas.openxmlformats.org/drawingml/2006/main" w="0">
            <a:solidFill>
              <a:srgbClr val="F6ECD2"/>
            </a:solidFill>
            <a:prstDash val="solid"/>
          </a:ln>
        </p:spPr>
      </p:sp>
      <p:sp>
        <p:nvSpPr>
          <p:cNvPr id="15" name="brief-cell-border-0-1">
            <a:extLst xmlns:a="http://schemas.openxmlformats.org/drawingml/2006/main">
              <a:ext uri="{FF2B5EF4-FFF2-40B4-BE49-F238E27FC236}">
                <a16:creationId xmlns:a16="http://schemas.microsoft.com/office/drawing/2014/main" id="{6EFCAB30-759D-4E8F-B91C-6EF379824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6670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16" name="brief-cell-text-0-1">
            <a:extLst xmlns:a="http://schemas.openxmlformats.org/drawingml/2006/main">
              <a:ext uri="{FF2B5EF4-FFF2-40B4-BE49-F238E27FC236}">
                <a16:creationId xmlns:a16="http://schemas.microsoft.com/office/drawing/2014/main" id="{606687E4-2798-431F-B2AD-036D9C7FD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838450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6201A"/>
                </a:solidFill>
              </a:defRPr>
            </a:pPr>
            <a:r>
              <a:rPr sz="900">
                <a:solidFill>
                  <a:srgbClr val="16201A"/>
                </a:solidFill>
              </a:rPr>
              <a:t>Placeholder</a:t>
            </a:r>
          </a:p>
        </p:txBody>
      </p:sp>
      <p:sp>
        <p:nvSpPr>
          <p:cNvPr id="17" name="brief-cell-bg-0-2">
            <a:extLst xmlns:a="http://schemas.openxmlformats.org/drawingml/2006/main">
              <a:ext uri="{FF2B5EF4-FFF2-40B4-BE49-F238E27FC236}">
                <a16:creationId xmlns:a16="http://schemas.microsoft.com/office/drawing/2014/main" id="{FBD8D444-04F5-4DB6-AD2B-9C0AB13B5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6670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CD2"/>
          </a:solidFill>
          <a:ln xmlns:a="http://schemas.openxmlformats.org/drawingml/2006/main" w="0">
            <a:solidFill>
              <a:srgbClr val="F6ECD2"/>
            </a:solidFill>
            <a:prstDash val="solid"/>
          </a:ln>
        </p:spPr>
      </p:sp>
      <p:sp>
        <p:nvSpPr>
          <p:cNvPr id="18" name="brief-cell-border-0-2">
            <a:extLst xmlns:a="http://schemas.openxmlformats.org/drawingml/2006/main">
              <a:ext uri="{FF2B5EF4-FFF2-40B4-BE49-F238E27FC236}">
                <a16:creationId xmlns:a16="http://schemas.microsoft.com/office/drawing/2014/main" id="{9F5D9345-6220-498D-85B1-6A99114C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6670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19" name="brief-cell-text-0-2">
            <a:extLst xmlns:a="http://schemas.openxmlformats.org/drawingml/2006/main">
              <a:ext uri="{FF2B5EF4-FFF2-40B4-BE49-F238E27FC236}">
                <a16:creationId xmlns:a16="http://schemas.microsoft.com/office/drawing/2014/main" id="{222839F5-B063-41FF-B01B-8825AE558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838450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6201A"/>
                </a:solidFill>
              </a:defRPr>
            </a:pPr>
            <a:r>
              <a:rPr sz="900">
                <a:solidFill>
                  <a:srgbClr val="16201A"/>
                </a:solidFill>
              </a:rPr>
              <a:t>Placeholder</a:t>
            </a:r>
          </a:p>
        </p:txBody>
      </p:sp>
      <p:sp>
        <p:nvSpPr>
          <p:cNvPr id="20" name="brief-cell-bg-1-0">
            <a:extLst xmlns:a="http://schemas.openxmlformats.org/drawingml/2006/main">
              <a:ext uri="{FF2B5EF4-FFF2-40B4-BE49-F238E27FC236}">
                <a16:creationId xmlns:a16="http://schemas.microsoft.com/office/drawing/2014/main" id="{E892F3E2-C7EE-4022-8A0A-CEF095C6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1" name="brief-cell-border-1-0">
            <a:extLst xmlns:a="http://schemas.openxmlformats.org/drawingml/2006/main">
              <a:ext uri="{FF2B5EF4-FFF2-40B4-BE49-F238E27FC236}">
                <a16:creationId xmlns:a16="http://schemas.microsoft.com/office/drawing/2014/main" id="{95A34A9A-8AFD-40EB-B122-FB954EDFC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22" name="brief-cell-text-1-0">
            <a:extLst xmlns:a="http://schemas.openxmlformats.org/drawingml/2006/main">
              <a:ext uri="{FF2B5EF4-FFF2-40B4-BE49-F238E27FC236}">
                <a16:creationId xmlns:a16="http://schemas.microsoft.com/office/drawing/2014/main" id="{8E5C82B2-FBE4-4365-AD7F-8FBC9504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09950"/>
            <a:ext cx="1981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6201A"/>
                </a:solidFill>
              </a:defRPr>
            </a:pPr>
            <a:r>
              <a:rPr sz="900">
                <a:solidFill>
                  <a:srgbClr val="16201A"/>
                </a:solidFill>
              </a:rPr>
              <a:t>Placeholder</a:t>
            </a:r>
          </a:p>
        </p:txBody>
      </p:sp>
      <p:sp>
        <p:nvSpPr>
          <p:cNvPr id="23" name="brief-cell-bg-1-1">
            <a:extLst xmlns:a="http://schemas.openxmlformats.org/drawingml/2006/main">
              <a:ext uri="{FF2B5EF4-FFF2-40B4-BE49-F238E27FC236}">
                <a16:creationId xmlns:a16="http://schemas.microsoft.com/office/drawing/2014/main" id="{1C34784E-7726-41EF-830E-13FA3D347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385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4" name="brief-cell-border-1-1">
            <a:extLst xmlns:a="http://schemas.openxmlformats.org/drawingml/2006/main">
              <a:ext uri="{FF2B5EF4-FFF2-40B4-BE49-F238E27FC236}">
                <a16:creationId xmlns:a16="http://schemas.microsoft.com/office/drawing/2014/main" id="{AD538E50-A706-4112-B1D8-1201F56BF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385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25" name="brief-cell-text-1-1">
            <a:extLst xmlns:a="http://schemas.openxmlformats.org/drawingml/2006/main">
              <a:ext uri="{FF2B5EF4-FFF2-40B4-BE49-F238E27FC236}">
                <a16:creationId xmlns:a16="http://schemas.microsoft.com/office/drawing/2014/main" id="{9E16DD8F-68CD-4290-96F0-98AFBB683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409950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6201A"/>
                </a:solidFill>
              </a:defRPr>
            </a:pPr>
            <a:r>
              <a:rPr sz="900">
                <a:solidFill>
                  <a:srgbClr val="16201A"/>
                </a:solidFill>
              </a:rPr>
              <a:t>Placeholder</a:t>
            </a:r>
          </a:p>
        </p:txBody>
      </p:sp>
      <p:sp>
        <p:nvSpPr>
          <p:cNvPr id="26" name="brief-cell-bg-1-2">
            <a:extLst xmlns:a="http://schemas.openxmlformats.org/drawingml/2006/main">
              <a:ext uri="{FF2B5EF4-FFF2-40B4-BE49-F238E27FC236}">
                <a16:creationId xmlns:a16="http://schemas.microsoft.com/office/drawing/2014/main" id="{8B7208DF-1096-41DE-B549-0C5ABFC98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2385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7" name="brief-cell-border-1-2">
            <a:extLst xmlns:a="http://schemas.openxmlformats.org/drawingml/2006/main">
              <a:ext uri="{FF2B5EF4-FFF2-40B4-BE49-F238E27FC236}">
                <a16:creationId xmlns:a16="http://schemas.microsoft.com/office/drawing/2014/main" id="{428572F9-97AA-4BFA-9196-A60E84CB4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2385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28" name="brief-cell-text-1-2">
            <a:extLst xmlns:a="http://schemas.openxmlformats.org/drawingml/2006/main">
              <a:ext uri="{FF2B5EF4-FFF2-40B4-BE49-F238E27FC236}">
                <a16:creationId xmlns:a16="http://schemas.microsoft.com/office/drawing/2014/main" id="{AA6B4B54-8E29-4A57-AE77-5D90B180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409950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6201A"/>
                </a:solidFill>
              </a:defRPr>
            </a:pPr>
            <a:r>
              <a:rPr sz="900">
                <a:solidFill>
                  <a:srgbClr val="16201A"/>
                </a:solidFill>
              </a:rPr>
              <a:t>Placeholder</a:t>
            </a:r>
          </a:p>
        </p:txBody>
      </p:sp>
      <p:sp>
        <p:nvSpPr>
          <p:cNvPr id="29" name="brief-cell-bg-2-0">
            <a:extLst xmlns:a="http://schemas.openxmlformats.org/drawingml/2006/main">
              <a:ext uri="{FF2B5EF4-FFF2-40B4-BE49-F238E27FC236}">
                <a16:creationId xmlns:a16="http://schemas.microsoft.com/office/drawing/2014/main" id="{A97F13F7-5978-438C-91F4-32791E3D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1000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CD2"/>
          </a:solidFill>
          <a:ln xmlns:a="http://schemas.openxmlformats.org/drawingml/2006/main" w="0">
            <a:solidFill>
              <a:srgbClr val="F6ECD2"/>
            </a:solidFill>
            <a:prstDash val="solid"/>
          </a:ln>
        </p:spPr>
      </p:sp>
      <p:sp>
        <p:nvSpPr>
          <p:cNvPr id="30" name="brief-cell-border-2-0">
            <a:extLst xmlns:a="http://schemas.openxmlformats.org/drawingml/2006/main">
              <a:ext uri="{FF2B5EF4-FFF2-40B4-BE49-F238E27FC236}">
                <a16:creationId xmlns:a16="http://schemas.microsoft.com/office/drawing/2014/main" id="{BDBFAD7E-2CAA-4C82-ACE0-2DD6F328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100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31" name="brief-cell-text-2-0">
            <a:extLst xmlns:a="http://schemas.openxmlformats.org/drawingml/2006/main">
              <a:ext uri="{FF2B5EF4-FFF2-40B4-BE49-F238E27FC236}">
                <a16:creationId xmlns:a16="http://schemas.microsoft.com/office/drawing/2014/main" id="{51435BBA-479A-4094-ACE1-554A29343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81450"/>
            <a:ext cx="1981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6201A"/>
                </a:solidFill>
              </a:defRPr>
            </a:pPr>
            <a:r>
              <a:rPr sz="900">
                <a:solidFill>
                  <a:srgbClr val="16201A"/>
                </a:solidFill>
              </a:rPr>
              <a:t>Placeholder</a:t>
            </a:r>
          </a:p>
        </p:txBody>
      </p:sp>
      <p:sp>
        <p:nvSpPr>
          <p:cNvPr id="32" name="brief-cell-bg-2-1">
            <a:extLst xmlns:a="http://schemas.openxmlformats.org/drawingml/2006/main">
              <a:ext uri="{FF2B5EF4-FFF2-40B4-BE49-F238E27FC236}">
                <a16:creationId xmlns:a16="http://schemas.microsoft.com/office/drawing/2014/main" id="{28058740-A8AE-4B9B-BC86-ED62555E7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100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CD2"/>
          </a:solidFill>
          <a:ln xmlns:a="http://schemas.openxmlformats.org/drawingml/2006/main" w="0">
            <a:solidFill>
              <a:srgbClr val="F6ECD2"/>
            </a:solidFill>
            <a:prstDash val="solid"/>
          </a:ln>
        </p:spPr>
      </p:sp>
      <p:sp>
        <p:nvSpPr>
          <p:cNvPr id="33" name="brief-cell-border-2-1">
            <a:extLst xmlns:a="http://schemas.openxmlformats.org/drawingml/2006/main">
              <a:ext uri="{FF2B5EF4-FFF2-40B4-BE49-F238E27FC236}">
                <a16:creationId xmlns:a16="http://schemas.microsoft.com/office/drawing/2014/main" id="{4C7FFE4E-F8F5-4F17-9F1A-EC3CF252C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100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34" name="brief-cell-text-2-1">
            <a:extLst xmlns:a="http://schemas.openxmlformats.org/drawingml/2006/main">
              <a:ext uri="{FF2B5EF4-FFF2-40B4-BE49-F238E27FC236}">
                <a16:creationId xmlns:a16="http://schemas.microsoft.com/office/drawing/2014/main" id="{76E7286C-628F-4F49-9F14-438A21A45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981450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6201A"/>
                </a:solidFill>
              </a:defRPr>
            </a:pPr>
            <a:r>
              <a:rPr sz="900">
                <a:solidFill>
                  <a:srgbClr val="16201A"/>
                </a:solidFill>
              </a:rPr>
              <a:t>Placeholder</a:t>
            </a:r>
          </a:p>
        </p:txBody>
      </p:sp>
      <p:sp>
        <p:nvSpPr>
          <p:cNvPr id="35" name="brief-cell-bg-2-2">
            <a:extLst xmlns:a="http://schemas.openxmlformats.org/drawingml/2006/main">
              <a:ext uri="{FF2B5EF4-FFF2-40B4-BE49-F238E27FC236}">
                <a16:creationId xmlns:a16="http://schemas.microsoft.com/office/drawing/2014/main" id="{0D7D91D7-498E-4CB3-9A95-1C7C3927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8100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CD2"/>
          </a:solidFill>
          <a:ln xmlns:a="http://schemas.openxmlformats.org/drawingml/2006/main" w="0">
            <a:solidFill>
              <a:srgbClr val="F6ECD2"/>
            </a:solidFill>
            <a:prstDash val="solid"/>
          </a:ln>
        </p:spPr>
      </p:sp>
      <p:sp>
        <p:nvSpPr>
          <p:cNvPr id="36" name="brief-cell-border-2-2">
            <a:extLst xmlns:a="http://schemas.openxmlformats.org/drawingml/2006/main">
              <a:ext uri="{FF2B5EF4-FFF2-40B4-BE49-F238E27FC236}">
                <a16:creationId xmlns:a16="http://schemas.microsoft.com/office/drawing/2014/main" id="{22811996-64D0-4CBD-B01E-E062196A1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8100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37" name="brief-cell-text-2-2">
            <a:extLst xmlns:a="http://schemas.openxmlformats.org/drawingml/2006/main">
              <a:ext uri="{FF2B5EF4-FFF2-40B4-BE49-F238E27FC236}">
                <a16:creationId xmlns:a16="http://schemas.microsoft.com/office/drawing/2014/main" id="{30C6E043-1442-466F-B7DE-890786404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981450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6201A"/>
                </a:solidFill>
              </a:defRPr>
            </a:pPr>
            <a:r>
              <a:rPr sz="900">
                <a:solidFill>
                  <a:srgbClr val="16201A"/>
                </a:solidFill>
              </a:rPr>
              <a:t>Placeholder</a:t>
            </a:r>
          </a:p>
        </p:txBody>
      </p:sp>
      <p:sp>
        <p:nvSpPr>
          <p:cNvPr id="38" name="brief-cell-bg-3-0">
            <a:extLst xmlns:a="http://schemas.openxmlformats.org/drawingml/2006/main">
              <a:ext uri="{FF2B5EF4-FFF2-40B4-BE49-F238E27FC236}">
                <a16:creationId xmlns:a16="http://schemas.microsoft.com/office/drawing/2014/main" id="{D7E312F8-520B-4B12-B353-F7F8C159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8150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9" name="brief-cell-border-3-0">
            <a:extLst xmlns:a="http://schemas.openxmlformats.org/drawingml/2006/main">
              <a:ext uri="{FF2B5EF4-FFF2-40B4-BE49-F238E27FC236}">
                <a16:creationId xmlns:a16="http://schemas.microsoft.com/office/drawing/2014/main" id="{32E6EA62-81BD-4004-8B16-CC63B9047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815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40" name="brief-cell-text-3-0">
            <a:extLst xmlns:a="http://schemas.openxmlformats.org/drawingml/2006/main">
              <a:ext uri="{FF2B5EF4-FFF2-40B4-BE49-F238E27FC236}">
                <a16:creationId xmlns:a16="http://schemas.microsoft.com/office/drawing/2014/main" id="{4AD2FA93-3B93-4324-9979-2F32118A3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52950"/>
            <a:ext cx="1981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6201A"/>
                </a:solidFill>
              </a:defRPr>
            </a:pPr>
            <a:r>
              <a:rPr sz="900">
                <a:solidFill>
                  <a:srgbClr val="16201A"/>
                </a:solidFill>
              </a:rPr>
              <a:t>Placeholder</a:t>
            </a:r>
          </a:p>
        </p:txBody>
      </p:sp>
      <p:sp>
        <p:nvSpPr>
          <p:cNvPr id="41" name="brief-cell-bg-3-1">
            <a:extLst xmlns:a="http://schemas.openxmlformats.org/drawingml/2006/main">
              <a:ext uri="{FF2B5EF4-FFF2-40B4-BE49-F238E27FC236}">
                <a16:creationId xmlns:a16="http://schemas.microsoft.com/office/drawing/2014/main" id="{7FD6C631-8294-44E6-8229-A4E9F81E0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3815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2" name="brief-cell-border-3-1">
            <a:extLst xmlns:a="http://schemas.openxmlformats.org/drawingml/2006/main">
              <a:ext uri="{FF2B5EF4-FFF2-40B4-BE49-F238E27FC236}">
                <a16:creationId xmlns:a16="http://schemas.microsoft.com/office/drawing/2014/main" id="{DA62E377-2372-4196-8DCD-E956BC731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3815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43" name="brief-cell-text-3-1">
            <a:extLst xmlns:a="http://schemas.openxmlformats.org/drawingml/2006/main">
              <a:ext uri="{FF2B5EF4-FFF2-40B4-BE49-F238E27FC236}">
                <a16:creationId xmlns:a16="http://schemas.microsoft.com/office/drawing/2014/main" id="{BC8DE479-29B5-433A-99CF-4BB26371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52950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6201A"/>
                </a:solidFill>
              </a:defRPr>
            </a:pPr>
            <a:r>
              <a:rPr sz="900">
                <a:solidFill>
                  <a:srgbClr val="16201A"/>
                </a:solidFill>
              </a:rPr>
              <a:t>Placeholder</a:t>
            </a:r>
          </a:p>
        </p:txBody>
      </p:sp>
      <p:sp>
        <p:nvSpPr>
          <p:cNvPr id="44" name="brief-cell-bg-3-2">
            <a:extLst xmlns:a="http://schemas.openxmlformats.org/drawingml/2006/main">
              <a:ext uri="{FF2B5EF4-FFF2-40B4-BE49-F238E27FC236}">
                <a16:creationId xmlns:a16="http://schemas.microsoft.com/office/drawing/2014/main" id="{2F2DE384-F1B4-4B6F-8CE2-052A1C2E9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3815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5" name="brief-cell-border-3-2">
            <a:extLst xmlns:a="http://schemas.openxmlformats.org/drawingml/2006/main">
              <a:ext uri="{FF2B5EF4-FFF2-40B4-BE49-F238E27FC236}">
                <a16:creationId xmlns:a16="http://schemas.microsoft.com/office/drawing/2014/main" id="{312DBA9D-7AC5-4CDB-B2F9-86DD2B2AD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3815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46" name="brief-cell-text-3-2">
            <a:extLst xmlns:a="http://schemas.openxmlformats.org/drawingml/2006/main">
              <a:ext uri="{FF2B5EF4-FFF2-40B4-BE49-F238E27FC236}">
                <a16:creationId xmlns:a16="http://schemas.microsoft.com/office/drawing/2014/main" id="{3A3A699C-B999-4A0D-A0DA-6D8C90C49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552950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6201A"/>
                </a:solidFill>
              </a:defRPr>
            </a:pPr>
            <a:r>
              <a:rPr sz="900">
                <a:solidFill>
                  <a:srgbClr val="16201A"/>
                </a:solidFill>
              </a:rPr>
              <a:t>Placeholder</a:t>
            </a:r>
          </a:p>
        </p:txBody>
      </p:sp>
      <p:sp>
        <p:nvSpPr>
          <p:cNvPr id="47" name="brief-risk">
            <a:extLst xmlns:a="http://schemas.openxmlformats.org/drawingml/2006/main">
              <a:ext uri="{FF2B5EF4-FFF2-40B4-BE49-F238E27FC236}">
                <a16:creationId xmlns:a16="http://schemas.microsoft.com/office/drawing/2014/main" id="{79371A2E-06EF-44B5-B319-9D143C97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247900"/>
            <a:ext cx="2476500" cy="27051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6ECD2"/>
          </a:solidFill>
          <a:ln xmlns:a="http://schemas.openxmlformats.org/drawingml/2006/main" w="9525">
            <a:solidFill>
              <a:srgbClr val="CDA34B"/>
            </a:solidFill>
            <a:prstDash val="solid"/>
          </a:ln>
        </p:spPr>
      </p:sp>
      <p:sp>
        <p:nvSpPr>
          <p:cNvPr id="48" name="brief-risk-title">
            <a:extLst xmlns:a="http://schemas.openxmlformats.org/drawingml/2006/main">
              <a:ext uri="{FF2B5EF4-FFF2-40B4-BE49-F238E27FC236}">
                <a16:creationId xmlns:a16="http://schemas.microsoft.com/office/drawing/2014/main" id="{23ED3B18-2415-4567-B32B-B0E71A3C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5336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8E6B2F"/>
                </a:solidFill>
              </a:defRPr>
            </a:pPr>
            <a:r>
              <a:rPr sz="1425" b="1">
                <a:solidFill>
                  <a:srgbClr val="8E6B2F"/>
                </a:solidFill>
              </a:rPr>
              <a:t>Decision risk</a:t>
            </a:r>
          </a:p>
        </p:txBody>
      </p:sp>
      <p:sp>
        <p:nvSpPr>
          <p:cNvPr id="49" name="brief-risk-body">
            <a:extLst xmlns:a="http://schemas.openxmlformats.org/drawingml/2006/main">
              <a:ext uri="{FF2B5EF4-FFF2-40B4-BE49-F238E27FC236}">
                <a16:creationId xmlns:a16="http://schemas.microsoft.com/office/drawing/2014/main" id="{C243FC7F-C98B-4567-9A84-DCEB7BB2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048000"/>
            <a:ext cx="20002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6201A"/>
                </a:solidFill>
              </a:defRPr>
            </a:pPr>
            <a:r>
              <a:rPr sz="1125">
                <a:solidFill>
                  <a:srgbClr val="16201A"/>
                </a:solidFill>
              </a:rPr>
              <a:t>What will fail if the proposal only creates noise, but not memory, proof, or conversion?</a:t>
            </a:r>
          </a:p>
        </p:txBody>
      </p:sp>
      <p:sp>
        <p:nvSpPr>
          <p:cNvPr id="50" name="brief-risk-line">
            <a:extLst xmlns:a="http://schemas.openxmlformats.org/drawingml/2006/main">
              <a:ext uri="{FF2B5EF4-FFF2-40B4-BE49-F238E27FC236}">
                <a16:creationId xmlns:a16="http://schemas.microsoft.com/office/drawing/2014/main" id="{B9B9C78F-F42F-4C4C-905F-0F46C97E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4577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E5E43"/>
                </a:solidFill>
              </a:defRPr>
            </a:pPr>
            <a:r>
              <a:rPr sz="1050" b="1">
                <a:solidFill>
                  <a:srgbClr val="0E5E43"/>
                </a:solidFill>
              </a:rPr>
              <a:t>So this deck must answer the real purchase question.</a:t>
            </a:r>
          </a:p>
        </p:txBody>
      </p:sp>
      <p:sp>
        <p:nvSpPr>
          <p:cNvPr id="51" name="footer-line-3">
            <a:extLst xmlns:a="http://schemas.openxmlformats.org/drawingml/2006/main">
              <a:ext uri="{FF2B5EF4-FFF2-40B4-BE49-F238E27FC236}">
                <a16:creationId xmlns:a16="http://schemas.microsoft.com/office/drawing/2014/main" id="{32AFD374-F375-4B65-B18F-950FFB03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627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52" name="footer-3">
            <a:extLst xmlns:a="http://schemas.openxmlformats.org/drawingml/2006/main">
              <a:ext uri="{FF2B5EF4-FFF2-40B4-BE49-F238E27FC236}">
                <a16:creationId xmlns:a16="http://schemas.microsoft.com/office/drawing/2014/main" id="{45723779-2494-473B-AC7B-8393B36AB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D746A"/>
                </a:solidFill>
              </a:defRPr>
            </a:pPr>
            <a:r>
              <a:rPr sz="675">
                <a:solidFill>
                  <a:srgbClr val="6D746A"/>
                </a:solidFill>
              </a:rPr>
              <a:t>Proposal template | Replace with client/project footer</a:t>
            </a:r>
          </a:p>
        </p:txBody>
      </p:sp>
    </p:spTree>
    <p:extLst>
      <p:ext uri="{BB962C8B-B14F-4D97-AF65-F5344CB8AC3E}">
        <p14:creationId xmlns:p14="http://schemas.microsoft.com/office/powerpoint/2010/main" val="7904298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3F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divider-num">
            <a:extLst xmlns:a="http://schemas.openxmlformats.org/drawingml/2006/main">
              <a:ext uri="{FF2B5EF4-FFF2-40B4-BE49-F238E27FC236}">
                <a16:creationId xmlns:a16="http://schemas.microsoft.com/office/drawing/2014/main" id="{4F3A3F7C-8E87-403E-8425-CAB09C6C4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66750"/>
            <a:ext cx="114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DA34B"/>
                </a:solidFill>
              </a:defRPr>
            </a:pPr>
            <a:r>
              <a:rPr sz="1350" b="1">
                <a:solidFill>
                  <a:srgbClr val="CDA34B"/>
                </a:solidFill>
              </a:rPr>
              <a:t>01</a:t>
            </a:r>
          </a:p>
        </p:txBody>
      </p:sp>
      <p:sp>
        <p:nvSpPr>
          <p:cNvPr id="2" name="divider-title">
            <a:extLst xmlns:a="http://schemas.openxmlformats.org/drawingml/2006/main">
              <a:ext uri="{FF2B5EF4-FFF2-40B4-BE49-F238E27FC236}">
                <a16:creationId xmlns:a16="http://schemas.microsoft.com/office/drawing/2014/main" id="{3D6D712D-95F1-4C4C-B7C3-87D60D7F1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43125"/>
            <a:ext cx="7810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Make the big idea easy to repeat</a:t>
            </a:r>
          </a:p>
        </p:txBody>
      </p:sp>
      <p:sp>
        <p:nvSpPr>
          <p:cNvPr id="3" name="divider-sub">
            <a:extLst xmlns:a="http://schemas.openxmlformats.org/drawingml/2006/main">
              <a:ext uri="{FF2B5EF4-FFF2-40B4-BE49-F238E27FC236}">
                <a16:creationId xmlns:a16="http://schemas.microsoft.com/office/drawing/2014/main" id="{B2E06494-5D1A-4A2F-B96B-5F93A9F25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571875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CEFE7"/>
                </a:solidFill>
              </a:defRPr>
            </a:pPr>
            <a:r>
              <a:rPr sz="1350">
                <a:solidFill>
                  <a:srgbClr val="DCEFE7"/>
                </a:solidFill>
              </a:rPr>
              <a:t>Use this slide as a chapter reset, strategic shift, or slogan page.</a:t>
            </a:r>
          </a:p>
        </p:txBody>
      </p:sp>
      <p:sp>
        <p:nvSpPr>
          <p:cNvPr id="4" name="divider-accent">
            <a:extLst xmlns:a="http://schemas.openxmlformats.org/drawingml/2006/main">
              <a:ext uri="{FF2B5EF4-FFF2-40B4-BE49-F238E27FC236}">
                <a16:creationId xmlns:a16="http://schemas.microsoft.com/office/drawing/2014/main" id="{F33524DA-0D48-4743-B9C4-A7C595085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333875"/>
            <a:ext cx="3429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A34B"/>
          </a:solidFill>
          <a:ln xmlns:a="http://schemas.openxmlformats.org/drawingml/2006/main" w="0">
            <a:solidFill>
              <a:srgbClr val="CDA34B"/>
            </a:solidFill>
            <a:prstDash val="solid"/>
          </a:ln>
        </p:spPr>
      </p:sp>
      <p:sp>
        <p:nvSpPr>
          <p:cNvPr id="5" name="divider-footer">
            <a:extLst xmlns:a="http://schemas.openxmlformats.org/drawingml/2006/main">
              <a:ext uri="{FF2B5EF4-FFF2-40B4-BE49-F238E27FC236}">
                <a16:creationId xmlns:a16="http://schemas.microsoft.com/office/drawing/2014/main" id="{1F621BC8-2F1C-4448-8704-CB066DEE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323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9CC5B3"/>
                </a:solidFill>
              </a:defRPr>
            </a:pPr>
            <a:r>
              <a:rPr sz="750" b="1">
                <a:solidFill>
                  <a:srgbClr val="9CC5B3"/>
                </a:solidFill>
              </a:rPr>
              <a:t>BREATHING SLIDE / LOW DENSITY</a:t>
            </a:r>
          </a:p>
        </p:txBody>
      </p:sp>
    </p:spTree>
    <p:extLst>
      <p:ext uri="{BB962C8B-B14F-4D97-AF65-F5344CB8AC3E}">
        <p14:creationId xmlns:p14="http://schemas.microsoft.com/office/powerpoint/2010/main" val="21071050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5">
            <a:extLst xmlns:a="http://schemas.openxmlformats.org/drawingml/2006/main">
              <a:ext uri="{FF2B5EF4-FFF2-40B4-BE49-F238E27FC236}">
                <a16:creationId xmlns:a16="http://schemas.microsoft.com/office/drawing/2014/main" id="{05EFB089-E4A3-4FC6-A31D-AA27113BF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E6B2F"/>
                </a:solidFill>
              </a:defRPr>
            </a:pPr>
            <a:r>
              <a:rPr sz="825" b="1">
                <a:solidFill>
                  <a:srgbClr val="8E6B2F"/>
                </a:solidFill>
              </a:rPr>
              <a:t>STRATEGY MAP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97C44254-C71A-46EA-AFEF-3F58BDAD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2857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D746A"/>
                </a:solidFill>
              </a:defRPr>
            </a:pPr>
            <a:r>
              <a:rPr sz="825" b="1">
                <a:solidFill>
                  <a:srgbClr val="6D746A"/>
                </a:solidFill>
              </a:rPr>
              <a:t>05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8A6C369B-B862-42FD-BC9B-CAAD5656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6201A"/>
                </a:solidFill>
              </a:defRPr>
            </a:pPr>
            <a:r>
              <a:rPr sz="2625" b="1">
                <a:solidFill>
                  <a:srgbClr val="16201A"/>
                </a:solidFill>
              </a:rPr>
              <a:t>One thesis, four operating pillars</a:t>
            </a:r>
          </a:p>
        </p:txBody>
      </p:sp>
      <p:sp>
        <p:nvSpPr>
          <p:cNvPr id="4" name="subtitle-5">
            <a:extLst xmlns:a="http://schemas.openxmlformats.org/drawingml/2006/main">
              <a:ext uri="{FF2B5EF4-FFF2-40B4-BE49-F238E27FC236}">
                <a16:creationId xmlns:a16="http://schemas.microsoft.com/office/drawing/2014/main" id="{2826DAA5-F57C-4FB1-90F9-90A9AAF55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790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D746A"/>
                </a:solidFill>
              </a:defRPr>
            </a:pPr>
            <a:r>
              <a:rPr sz="1275">
                <a:solidFill>
                  <a:srgbClr val="6D746A"/>
                </a:solidFill>
              </a:rPr>
              <a:t>A system map should make the rest of the deck easier to follow.</a:t>
            </a:r>
          </a:p>
        </p:txBody>
      </p:sp>
      <p:sp>
        <p:nvSpPr>
          <p:cNvPr id="5" name="map-center">
            <a:extLst xmlns:a="http://schemas.openxmlformats.org/drawingml/2006/main">
              <a:ext uri="{FF2B5EF4-FFF2-40B4-BE49-F238E27FC236}">
                <a16:creationId xmlns:a16="http://schemas.microsoft.com/office/drawing/2014/main" id="{DB561E52-AA8F-4319-BEB8-C7EC02D4A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81250"/>
            <a:ext cx="53340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9525">
            <a:solidFill>
              <a:srgbClr val="CFE3D7"/>
            </a:solidFill>
            <a:prstDash val="solid"/>
          </a:ln>
        </p:spPr>
      </p:sp>
      <p:sp>
        <p:nvSpPr>
          <p:cNvPr id="6" name="map-center-text">
            <a:extLst xmlns:a="http://schemas.openxmlformats.org/drawingml/2006/main">
              <a:ext uri="{FF2B5EF4-FFF2-40B4-BE49-F238E27FC236}">
                <a16:creationId xmlns:a16="http://schemas.microsoft.com/office/drawing/2014/main" id="{C54F207E-6F0C-4C21-B8E6-0667404BE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860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E5E43"/>
                </a:solidFill>
              </a:defRPr>
            </a:pPr>
            <a:r>
              <a:rPr sz="1875" b="1">
                <a:solidFill>
                  <a:srgbClr val="0E5E43"/>
                </a:solidFill>
              </a:rPr>
              <a:t>Core strategy / proposal proposition</a:t>
            </a:r>
          </a:p>
        </p:txBody>
      </p:sp>
      <p:sp>
        <p:nvSpPr>
          <p:cNvPr id="7" name="map-pillar-0-card">
            <a:extLst xmlns:a="http://schemas.openxmlformats.org/drawingml/2006/main">
              <a:ext uri="{FF2B5EF4-FFF2-40B4-BE49-F238E27FC236}">
                <a16:creationId xmlns:a16="http://schemas.microsoft.com/office/drawing/2014/main" id="{9E3925EB-7D79-4228-A727-DCFEDDC11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43125"/>
            <a:ext cx="2190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8" name="map-pillar-0-bar">
            <a:extLst xmlns:a="http://schemas.openxmlformats.org/drawingml/2006/main">
              <a:ext uri="{FF2B5EF4-FFF2-40B4-BE49-F238E27FC236}">
                <a16:creationId xmlns:a16="http://schemas.microsoft.com/office/drawing/2014/main" id="{C9A9EE46-3DED-49DD-A41F-C9E179EA1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43125"/>
            <a:ext cx="571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E43"/>
          </a:solidFill>
          <a:ln xmlns:a="http://schemas.openxmlformats.org/drawingml/2006/main" w="0">
            <a:solidFill>
              <a:srgbClr val="0E5E43"/>
            </a:solidFill>
            <a:prstDash val="solid"/>
          </a:ln>
        </p:spPr>
      </p:sp>
      <p:sp>
        <p:nvSpPr>
          <p:cNvPr id="9" name="map-pillar-0-label">
            <a:extLst xmlns:a="http://schemas.openxmlformats.org/drawingml/2006/main">
              <a:ext uri="{FF2B5EF4-FFF2-40B4-BE49-F238E27FC236}">
                <a16:creationId xmlns:a16="http://schemas.microsoft.com/office/drawing/2014/main" id="{A16DEA64-F4F6-4661-82B3-2D2CAE47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314575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E5E43"/>
                </a:solidFill>
              </a:defRPr>
            </a:pPr>
            <a:r>
              <a:rPr sz="1350" b="1">
                <a:solidFill>
                  <a:srgbClr val="0E5E43"/>
                </a:solidFill>
              </a:rPr>
              <a:t>Pillar 01</a:t>
            </a:r>
          </a:p>
        </p:txBody>
      </p:sp>
      <p:sp>
        <p:nvSpPr>
          <p:cNvPr id="10" name="map-pillar-0-body">
            <a:extLst xmlns:a="http://schemas.openxmlformats.org/drawingml/2006/main">
              <a:ext uri="{FF2B5EF4-FFF2-40B4-BE49-F238E27FC236}">
                <a16:creationId xmlns:a16="http://schemas.microsoft.com/office/drawing/2014/main" id="{4C67092B-3B1B-402A-A3A9-52164DBF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14625"/>
            <a:ext cx="1771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D746A"/>
                </a:solidFill>
              </a:defRPr>
            </a:pPr>
            <a:r>
              <a:rPr sz="1050">
                <a:solidFill>
                  <a:srgbClr val="6D746A"/>
                </a:solidFill>
              </a:rPr>
              <a:t>Action, deliverable, and proof.</a:t>
            </a:r>
          </a:p>
        </p:txBody>
      </p:sp>
      <p:sp>
        <p:nvSpPr>
          <p:cNvPr id="11" name="map-pillar-1-card">
            <a:extLst xmlns:a="http://schemas.openxmlformats.org/drawingml/2006/main">
              <a:ext uri="{FF2B5EF4-FFF2-40B4-BE49-F238E27FC236}">
                <a16:creationId xmlns:a16="http://schemas.microsoft.com/office/drawing/2014/main" id="{1C4D9BF4-F160-4406-88D0-A581682EA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143125"/>
            <a:ext cx="2190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12" name="map-pillar-1-bar">
            <a:extLst xmlns:a="http://schemas.openxmlformats.org/drawingml/2006/main">
              <a:ext uri="{FF2B5EF4-FFF2-40B4-BE49-F238E27FC236}">
                <a16:creationId xmlns:a16="http://schemas.microsoft.com/office/drawing/2014/main" id="{36262BD7-529B-4B3D-9915-FD88AD2C3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143125"/>
            <a:ext cx="571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A34B"/>
          </a:solidFill>
          <a:ln xmlns:a="http://schemas.openxmlformats.org/drawingml/2006/main" w="0">
            <a:solidFill>
              <a:srgbClr val="CDA34B"/>
            </a:solidFill>
            <a:prstDash val="solid"/>
          </a:ln>
        </p:spPr>
      </p:sp>
      <p:sp>
        <p:nvSpPr>
          <p:cNvPr id="13" name="map-pillar-1-label">
            <a:extLst xmlns:a="http://schemas.openxmlformats.org/drawingml/2006/main">
              <a:ext uri="{FF2B5EF4-FFF2-40B4-BE49-F238E27FC236}">
                <a16:creationId xmlns:a16="http://schemas.microsoft.com/office/drawing/2014/main" id="{E3BEA9F8-B24C-494B-8E2B-1270E95D3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314575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DA34B"/>
                </a:solidFill>
              </a:defRPr>
            </a:pPr>
            <a:r>
              <a:rPr sz="1350" b="1">
                <a:solidFill>
                  <a:srgbClr val="CDA34B"/>
                </a:solidFill>
              </a:rPr>
              <a:t>Pillar 02</a:t>
            </a:r>
          </a:p>
        </p:txBody>
      </p:sp>
      <p:sp>
        <p:nvSpPr>
          <p:cNvPr id="14" name="map-pillar-1-body">
            <a:extLst xmlns:a="http://schemas.openxmlformats.org/drawingml/2006/main">
              <a:ext uri="{FF2B5EF4-FFF2-40B4-BE49-F238E27FC236}">
                <a16:creationId xmlns:a16="http://schemas.microsoft.com/office/drawing/2014/main" id="{3ED20DF7-C819-43B6-A351-76FE27B81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714625"/>
            <a:ext cx="1771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D746A"/>
                </a:solidFill>
              </a:defRPr>
            </a:pPr>
            <a:r>
              <a:rPr sz="1050">
                <a:solidFill>
                  <a:srgbClr val="6D746A"/>
                </a:solidFill>
              </a:rPr>
              <a:t>Action, deliverable, and proof.</a:t>
            </a:r>
          </a:p>
        </p:txBody>
      </p:sp>
      <p:sp>
        <p:nvSpPr>
          <p:cNvPr id="15" name="map-pillar-2-card">
            <a:extLst xmlns:a="http://schemas.openxmlformats.org/drawingml/2006/main">
              <a:ext uri="{FF2B5EF4-FFF2-40B4-BE49-F238E27FC236}">
                <a16:creationId xmlns:a16="http://schemas.microsoft.com/office/drawing/2014/main" id="{47B97EDE-2982-4A7C-B067-C11A5CA87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00500"/>
            <a:ext cx="2190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16" name="map-pillar-2-bar">
            <a:extLst xmlns:a="http://schemas.openxmlformats.org/drawingml/2006/main">
              <a:ext uri="{FF2B5EF4-FFF2-40B4-BE49-F238E27FC236}">
                <a16:creationId xmlns:a16="http://schemas.microsoft.com/office/drawing/2014/main" id="{89DB16E7-577F-48D6-9A7C-9949B5C68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00500"/>
            <a:ext cx="571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4F"/>
          </a:solidFill>
          <a:ln xmlns:a="http://schemas.openxmlformats.org/drawingml/2006/main" w="0">
            <a:solidFill>
              <a:srgbClr val="E07A4F"/>
            </a:solidFill>
            <a:prstDash val="solid"/>
          </a:ln>
        </p:spPr>
      </p:sp>
      <p:sp>
        <p:nvSpPr>
          <p:cNvPr id="17" name="map-pillar-2-label">
            <a:extLst xmlns:a="http://schemas.openxmlformats.org/drawingml/2006/main">
              <a:ext uri="{FF2B5EF4-FFF2-40B4-BE49-F238E27FC236}">
                <a16:creationId xmlns:a16="http://schemas.microsoft.com/office/drawing/2014/main" id="{FF77CF9B-F62C-40BD-BEAA-90A614CDF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7195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E07A4F"/>
                </a:solidFill>
              </a:defRPr>
            </a:pPr>
            <a:r>
              <a:rPr sz="1350" b="1">
                <a:solidFill>
                  <a:srgbClr val="E07A4F"/>
                </a:solidFill>
              </a:rPr>
              <a:t>Pillar 03</a:t>
            </a:r>
          </a:p>
        </p:txBody>
      </p:sp>
      <p:sp>
        <p:nvSpPr>
          <p:cNvPr id="18" name="map-pillar-2-body">
            <a:extLst xmlns:a="http://schemas.openxmlformats.org/drawingml/2006/main">
              <a:ext uri="{FF2B5EF4-FFF2-40B4-BE49-F238E27FC236}">
                <a16:creationId xmlns:a16="http://schemas.microsoft.com/office/drawing/2014/main" id="{E4BF1010-16B6-4C31-BEE9-32C7D9946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72000"/>
            <a:ext cx="1771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D746A"/>
                </a:solidFill>
              </a:defRPr>
            </a:pPr>
            <a:r>
              <a:rPr sz="1050">
                <a:solidFill>
                  <a:srgbClr val="6D746A"/>
                </a:solidFill>
              </a:rPr>
              <a:t>Action, deliverable, and proof.</a:t>
            </a:r>
          </a:p>
        </p:txBody>
      </p:sp>
      <p:sp>
        <p:nvSpPr>
          <p:cNvPr id="19" name="map-pillar-3-card">
            <a:extLst xmlns:a="http://schemas.openxmlformats.org/drawingml/2006/main">
              <a:ext uri="{FF2B5EF4-FFF2-40B4-BE49-F238E27FC236}">
                <a16:creationId xmlns:a16="http://schemas.microsoft.com/office/drawing/2014/main" id="{E8CFEC81-C4BE-4FF0-A91D-05F85758A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000500"/>
            <a:ext cx="2190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20" name="map-pillar-3-bar">
            <a:extLst xmlns:a="http://schemas.openxmlformats.org/drawingml/2006/main">
              <a:ext uri="{FF2B5EF4-FFF2-40B4-BE49-F238E27FC236}">
                <a16:creationId xmlns:a16="http://schemas.microsoft.com/office/drawing/2014/main" id="{97A2D370-F352-4886-91E9-D95F00951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000500"/>
            <a:ext cx="571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3A5"/>
          </a:solidFill>
          <a:ln xmlns:a="http://schemas.openxmlformats.org/drawingml/2006/main" w="0">
            <a:solidFill>
              <a:srgbClr val="3D83A5"/>
            </a:solidFill>
            <a:prstDash val="solid"/>
          </a:ln>
        </p:spPr>
      </p:sp>
      <p:sp>
        <p:nvSpPr>
          <p:cNvPr id="21" name="map-pillar-3-label">
            <a:extLst xmlns:a="http://schemas.openxmlformats.org/drawingml/2006/main">
              <a:ext uri="{FF2B5EF4-FFF2-40B4-BE49-F238E27FC236}">
                <a16:creationId xmlns:a16="http://schemas.microsoft.com/office/drawing/2014/main" id="{56E047D6-3AD1-4CCB-AF11-BD3040F8E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17195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D83A5"/>
                </a:solidFill>
              </a:defRPr>
            </a:pPr>
            <a:r>
              <a:rPr sz="1350" b="1">
                <a:solidFill>
                  <a:srgbClr val="3D83A5"/>
                </a:solidFill>
              </a:rPr>
              <a:t>Pillar 04</a:t>
            </a:r>
          </a:p>
        </p:txBody>
      </p:sp>
      <p:sp>
        <p:nvSpPr>
          <p:cNvPr id="22" name="map-pillar-3-body">
            <a:extLst xmlns:a="http://schemas.openxmlformats.org/drawingml/2006/main">
              <a:ext uri="{FF2B5EF4-FFF2-40B4-BE49-F238E27FC236}">
                <a16:creationId xmlns:a16="http://schemas.microsoft.com/office/drawing/2014/main" id="{7B2D6E7C-12E6-4CD6-B884-902BFCBC3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572000"/>
            <a:ext cx="1771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D746A"/>
                </a:solidFill>
              </a:defRPr>
            </a:pPr>
            <a:r>
              <a:rPr sz="1050">
                <a:solidFill>
                  <a:srgbClr val="6D746A"/>
                </a:solidFill>
              </a:rPr>
              <a:t>Action, deliverable, and proof.</a:t>
            </a:r>
          </a:p>
        </p:txBody>
      </p:sp>
      <p:sp>
        <p:nvSpPr>
          <p:cNvPr id="23" name="map-strip">
            <a:extLst xmlns:a="http://schemas.openxmlformats.org/drawingml/2006/main">
              <a:ext uri="{FF2B5EF4-FFF2-40B4-BE49-F238E27FC236}">
                <a16:creationId xmlns:a16="http://schemas.microsoft.com/office/drawing/2014/main" id="{E9DC38FD-A0DC-4D39-8699-CC934D829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61975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201A"/>
                </a:solidFill>
              </a:defRPr>
            </a:pPr>
            <a:r>
              <a:rPr sz="1200" b="1">
                <a:solidFill>
                  <a:srgbClr val="16201A"/>
                </a:solidFill>
              </a:rPr>
              <a:t>Use the bottom strip for the one-line implication: what this system changes for the client.</a:t>
            </a:r>
          </a:p>
        </p:txBody>
      </p:sp>
      <p:sp>
        <p:nvSpPr>
          <p:cNvPr id="24" name="footer-line-5">
            <a:extLst xmlns:a="http://schemas.openxmlformats.org/drawingml/2006/main">
              <a:ext uri="{FF2B5EF4-FFF2-40B4-BE49-F238E27FC236}">
                <a16:creationId xmlns:a16="http://schemas.microsoft.com/office/drawing/2014/main" id="{58C3BBAC-894E-4059-83FD-DC52E0298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627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25" name="footer-5">
            <a:extLst xmlns:a="http://schemas.openxmlformats.org/drawingml/2006/main">
              <a:ext uri="{FF2B5EF4-FFF2-40B4-BE49-F238E27FC236}">
                <a16:creationId xmlns:a16="http://schemas.microsoft.com/office/drawing/2014/main" id="{A5053FA9-816C-4EBB-8CAD-0DF7685E0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D746A"/>
                </a:solidFill>
              </a:defRPr>
            </a:pPr>
            <a:r>
              <a:rPr sz="675">
                <a:solidFill>
                  <a:srgbClr val="6D746A"/>
                </a:solidFill>
              </a:rPr>
              <a:t>Proposal template | Replace with client/project footer</a:t>
            </a:r>
          </a:p>
        </p:txBody>
      </p:sp>
    </p:spTree>
    <p:extLst>
      <p:ext uri="{BB962C8B-B14F-4D97-AF65-F5344CB8AC3E}">
        <p14:creationId xmlns:p14="http://schemas.microsoft.com/office/powerpoint/2010/main" val="21072671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6">
            <a:extLst xmlns:a="http://schemas.openxmlformats.org/drawingml/2006/main">
              <a:ext uri="{FF2B5EF4-FFF2-40B4-BE49-F238E27FC236}">
                <a16:creationId xmlns:a16="http://schemas.microsoft.com/office/drawing/2014/main" id="{2B76158F-2D5A-4808-B1FD-250566A69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E6B2F"/>
                </a:solidFill>
              </a:defRPr>
            </a:pPr>
            <a:r>
              <a:rPr sz="825" b="1">
                <a:solidFill>
                  <a:srgbClr val="8E6B2F"/>
                </a:solidFill>
              </a:rPr>
              <a:t>EVIDENCE PAGE</a:t>
            </a:r>
          </a:p>
        </p:txBody>
      </p:sp>
      <p:sp>
        <p:nvSpPr>
          <p:cNvPr id="2" name="page-6">
            <a:extLst xmlns:a="http://schemas.openxmlformats.org/drawingml/2006/main">
              <a:ext uri="{FF2B5EF4-FFF2-40B4-BE49-F238E27FC236}">
                <a16:creationId xmlns:a16="http://schemas.microsoft.com/office/drawing/2014/main" id="{A4C41F45-285C-4149-A7E8-1C7316AA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2857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D746A"/>
                </a:solidFill>
              </a:defRPr>
            </a:pPr>
            <a:r>
              <a:rPr sz="825" b="1">
                <a:solidFill>
                  <a:srgbClr val="6D746A"/>
                </a:solidFill>
              </a:rPr>
              <a:t>06</a:t>
            </a:r>
          </a:p>
        </p:txBody>
      </p:sp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6D9DBDA5-827D-4F92-B6AB-CA51421E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6201A"/>
                </a:solidFill>
              </a:defRPr>
            </a:pPr>
            <a:r>
              <a:rPr sz="2625" b="1">
                <a:solidFill>
                  <a:srgbClr val="16201A"/>
                </a:solidFill>
              </a:rPr>
              <a:t>Proof should occupy the page, not sit in a corner</a:t>
            </a:r>
          </a:p>
        </p:txBody>
      </p:sp>
      <p:sp>
        <p:nvSpPr>
          <p:cNvPr id="4" name="subtitle-6">
            <a:extLst xmlns:a="http://schemas.openxmlformats.org/drawingml/2006/main">
              <a:ext uri="{FF2B5EF4-FFF2-40B4-BE49-F238E27FC236}">
                <a16:creationId xmlns:a16="http://schemas.microsoft.com/office/drawing/2014/main" id="{7FFDDDD3-F73A-4170-A1DA-4C9431CCE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790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D746A"/>
                </a:solidFill>
              </a:defRPr>
            </a:pPr>
            <a:r>
              <a:rPr sz="1275">
                <a:solidFill>
                  <a:srgbClr val="6D746A"/>
                </a:solidFill>
              </a:rPr>
              <a:t>Use screenshots, sample boards, benchmarks, or data with direct labels.</a:t>
            </a:r>
          </a:p>
        </p:txBody>
      </p:sp>
      <p:sp>
        <p:nvSpPr>
          <p:cNvPr id="5" name="proof-frame-0">
            <a:extLst xmlns:a="http://schemas.openxmlformats.org/drawingml/2006/main">
              <a:ext uri="{FF2B5EF4-FFF2-40B4-BE49-F238E27FC236}">
                <a16:creationId xmlns:a16="http://schemas.microsoft.com/office/drawing/2014/main" id="{944AEA7E-CFDD-4108-ABF3-A511DBC48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86000"/>
            <a:ext cx="2333625" cy="2381250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6" name="proof-label-0">
            <a:extLst xmlns:a="http://schemas.openxmlformats.org/drawingml/2006/main">
              <a:ext uri="{FF2B5EF4-FFF2-40B4-BE49-F238E27FC236}">
                <a16:creationId xmlns:a16="http://schemas.microsoft.com/office/drawing/2014/main" id="{B9A231BF-AB0A-4B1F-81C9-7ABAD9CD9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76500"/>
            <a:ext cx="1952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E5E43"/>
                </a:solidFill>
              </a:defRPr>
            </a:pPr>
            <a:r>
              <a:rPr sz="1200" b="1">
                <a:solidFill>
                  <a:srgbClr val="0E5E43"/>
                </a:solidFill>
              </a:rPr>
              <a:t>Evidence 01</a:t>
            </a:r>
          </a:p>
        </p:txBody>
      </p:sp>
      <p:sp>
        <p:nvSpPr>
          <p:cNvPr id="7" name="proof-body-0">
            <a:extLst xmlns:a="http://schemas.openxmlformats.org/drawingml/2006/main">
              <a:ext uri="{FF2B5EF4-FFF2-40B4-BE49-F238E27FC236}">
                <a16:creationId xmlns:a16="http://schemas.microsoft.com/office/drawing/2014/main" id="{307CC7CB-3533-456E-AA78-F140A5829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952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D746A"/>
                </a:solidFill>
              </a:defRPr>
            </a:pPr>
            <a:r>
              <a:rPr sz="975">
                <a:solidFill>
                  <a:srgbClr val="6D746A"/>
                </a:solidFill>
              </a:rPr>
              <a:t>Insert real screenshot, data, sample, or method proof here.</a:t>
            </a:r>
          </a:p>
        </p:txBody>
      </p:sp>
      <p:sp>
        <p:nvSpPr>
          <p:cNvPr id="8" name="proof-frame-1">
            <a:extLst xmlns:a="http://schemas.openxmlformats.org/drawingml/2006/main">
              <a:ext uri="{FF2B5EF4-FFF2-40B4-BE49-F238E27FC236}">
                <a16:creationId xmlns:a16="http://schemas.microsoft.com/office/drawing/2014/main" id="{2168462B-AD7E-481A-BF02-51861B40C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286000"/>
            <a:ext cx="2333625" cy="2381250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9" name="proof-label-1">
            <a:extLst xmlns:a="http://schemas.openxmlformats.org/drawingml/2006/main">
              <a:ext uri="{FF2B5EF4-FFF2-40B4-BE49-F238E27FC236}">
                <a16:creationId xmlns:a16="http://schemas.microsoft.com/office/drawing/2014/main" id="{7F38E3ED-1149-4CC2-83FB-739C4BD4C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476500"/>
            <a:ext cx="1952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E6B2F"/>
                </a:solidFill>
              </a:defRPr>
            </a:pPr>
            <a:r>
              <a:rPr sz="1200" b="1">
                <a:solidFill>
                  <a:srgbClr val="8E6B2F"/>
                </a:solidFill>
              </a:rPr>
              <a:t>Evidence 02</a:t>
            </a:r>
          </a:p>
        </p:txBody>
      </p:sp>
      <p:sp>
        <p:nvSpPr>
          <p:cNvPr id="10" name="proof-body-1">
            <a:extLst xmlns:a="http://schemas.openxmlformats.org/drawingml/2006/main">
              <a:ext uri="{FF2B5EF4-FFF2-40B4-BE49-F238E27FC236}">
                <a16:creationId xmlns:a16="http://schemas.microsoft.com/office/drawing/2014/main" id="{67718AB7-C933-4B52-8842-BA912425A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4000500"/>
            <a:ext cx="1952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D746A"/>
                </a:solidFill>
              </a:defRPr>
            </a:pPr>
            <a:r>
              <a:rPr sz="975">
                <a:solidFill>
                  <a:srgbClr val="6D746A"/>
                </a:solidFill>
              </a:rPr>
              <a:t>Insert real screenshot, data, sample, or method proof here.</a:t>
            </a:r>
          </a:p>
        </p:txBody>
      </p:sp>
      <p:sp>
        <p:nvSpPr>
          <p:cNvPr id="11" name="proof-frame-2">
            <a:extLst xmlns:a="http://schemas.openxmlformats.org/drawingml/2006/main">
              <a:ext uri="{FF2B5EF4-FFF2-40B4-BE49-F238E27FC236}">
                <a16:creationId xmlns:a16="http://schemas.microsoft.com/office/drawing/2014/main" id="{0E9926E8-96FC-47C4-A447-3F60553DD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286000"/>
            <a:ext cx="2333625" cy="2381250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F6ECD2"/>
          </a:solidFill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12" name="proof-label-2">
            <a:extLst xmlns:a="http://schemas.openxmlformats.org/drawingml/2006/main">
              <a:ext uri="{FF2B5EF4-FFF2-40B4-BE49-F238E27FC236}">
                <a16:creationId xmlns:a16="http://schemas.microsoft.com/office/drawing/2014/main" id="{77736AF8-5846-4705-9736-A1A4E48D0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476500"/>
            <a:ext cx="1952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E07A4F"/>
                </a:solidFill>
              </a:defRPr>
            </a:pPr>
            <a:r>
              <a:rPr sz="1200" b="1">
                <a:solidFill>
                  <a:srgbClr val="E07A4F"/>
                </a:solidFill>
              </a:rPr>
              <a:t>Evidence 03</a:t>
            </a:r>
          </a:p>
        </p:txBody>
      </p:sp>
      <p:sp>
        <p:nvSpPr>
          <p:cNvPr id="13" name="proof-body-2">
            <a:extLst xmlns:a="http://schemas.openxmlformats.org/drawingml/2006/main">
              <a:ext uri="{FF2B5EF4-FFF2-40B4-BE49-F238E27FC236}">
                <a16:creationId xmlns:a16="http://schemas.microsoft.com/office/drawing/2014/main" id="{A94F13B3-7A67-4787-849F-90FD9A491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00500"/>
            <a:ext cx="1952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D746A"/>
                </a:solidFill>
              </a:defRPr>
            </a:pPr>
            <a:r>
              <a:rPr sz="975">
                <a:solidFill>
                  <a:srgbClr val="6D746A"/>
                </a:solidFill>
              </a:rPr>
              <a:t>Insert real screenshot, data, sample, or method proof here.</a:t>
            </a:r>
          </a:p>
        </p:txBody>
      </p:sp>
      <p:sp>
        <p:nvSpPr>
          <p:cNvPr id="14" name="proof-takeaway">
            <a:extLst xmlns:a="http://schemas.openxmlformats.org/drawingml/2006/main">
              <a:ext uri="{FF2B5EF4-FFF2-40B4-BE49-F238E27FC236}">
                <a16:creationId xmlns:a16="http://schemas.microsoft.com/office/drawing/2014/main" id="{46D11D89-9534-412D-8014-6E4DA55D2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86000"/>
            <a:ext cx="261937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0E5E43"/>
          </a:solidFill>
          <a:ln xmlns:a="http://schemas.openxmlformats.org/drawingml/2006/main" w="9525">
            <a:solidFill>
              <a:srgbClr val="0E5E43"/>
            </a:solidFill>
            <a:prstDash val="solid"/>
          </a:ln>
        </p:spPr>
      </p:sp>
      <p:sp>
        <p:nvSpPr>
          <p:cNvPr id="15" name="proof-title">
            <a:extLst xmlns:a="http://schemas.openxmlformats.org/drawingml/2006/main">
              <a:ext uri="{FF2B5EF4-FFF2-40B4-BE49-F238E27FC236}">
                <a16:creationId xmlns:a16="http://schemas.microsoft.com/office/drawing/2014/main" id="{69D16EEE-1CE7-4DD2-9DD3-1F518F1B8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19375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So what?</a:t>
            </a:r>
          </a:p>
        </p:txBody>
      </p:sp>
      <p:sp>
        <p:nvSpPr>
          <p:cNvPr id="16" name="proof-copy">
            <a:extLst xmlns:a="http://schemas.openxmlformats.org/drawingml/2006/main">
              <a:ext uri="{FF2B5EF4-FFF2-40B4-BE49-F238E27FC236}">
                <a16:creationId xmlns:a16="http://schemas.microsoft.com/office/drawing/2014/main" id="{0FE2241B-0A28-4EF0-A918-9A281E4A0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38500"/>
            <a:ext cx="20764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DCEFE7"/>
                </a:solidFill>
              </a:defRPr>
            </a:pPr>
            <a:r>
              <a:rPr sz="1125">
                <a:solidFill>
                  <a:srgbClr val="DCEFE7"/>
                </a:solidFill>
              </a:rPr>
              <a:t>Write the commercial implication. Never show evidence without explaining what the client should conclude.</a:t>
            </a:r>
          </a:p>
        </p:txBody>
      </p:sp>
      <p:sp>
        <p:nvSpPr>
          <p:cNvPr id="17" name="footer-line-6">
            <a:extLst xmlns:a="http://schemas.openxmlformats.org/drawingml/2006/main">
              <a:ext uri="{FF2B5EF4-FFF2-40B4-BE49-F238E27FC236}">
                <a16:creationId xmlns:a16="http://schemas.microsoft.com/office/drawing/2014/main" id="{10DB8E14-365C-4F14-89BB-C642CEE6E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627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18" name="footer-6">
            <a:extLst xmlns:a="http://schemas.openxmlformats.org/drawingml/2006/main">
              <a:ext uri="{FF2B5EF4-FFF2-40B4-BE49-F238E27FC236}">
                <a16:creationId xmlns:a16="http://schemas.microsoft.com/office/drawing/2014/main" id="{4DCDE289-96B7-4DCF-B71E-D4ED5707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D746A"/>
                </a:solidFill>
              </a:defRPr>
            </a:pPr>
            <a:r>
              <a:rPr sz="675">
                <a:solidFill>
                  <a:srgbClr val="6D746A"/>
                </a:solidFill>
              </a:rPr>
              <a:t>Proposal template | Replace with client/project footer</a:t>
            </a:r>
          </a:p>
        </p:txBody>
      </p:sp>
    </p:spTree>
    <p:extLst>
      <p:ext uri="{BB962C8B-B14F-4D97-AF65-F5344CB8AC3E}">
        <p14:creationId xmlns:p14="http://schemas.microsoft.com/office/powerpoint/2010/main" val="15218085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7">
            <a:extLst xmlns:a="http://schemas.openxmlformats.org/drawingml/2006/main">
              <a:ext uri="{FF2B5EF4-FFF2-40B4-BE49-F238E27FC236}">
                <a16:creationId xmlns:a16="http://schemas.microsoft.com/office/drawing/2014/main" id="{FD1FCB5E-947F-4570-A9AC-F8A26C7CE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E6B2F"/>
                </a:solidFill>
              </a:defRPr>
            </a:pPr>
            <a:r>
              <a:rPr sz="825" b="1">
                <a:solidFill>
                  <a:srgbClr val="8E6B2F"/>
                </a:solidFill>
              </a:rPr>
              <a:t>SOLUTION MODULES</a:t>
            </a:r>
          </a:p>
        </p:txBody>
      </p:sp>
      <p:sp>
        <p:nvSpPr>
          <p:cNvPr id="2" name="page-7">
            <a:extLst xmlns:a="http://schemas.openxmlformats.org/drawingml/2006/main">
              <a:ext uri="{FF2B5EF4-FFF2-40B4-BE49-F238E27FC236}">
                <a16:creationId xmlns:a16="http://schemas.microsoft.com/office/drawing/2014/main" id="{BF914038-65DA-4704-817B-A087C0C4A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2857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D746A"/>
                </a:solidFill>
              </a:defRPr>
            </a:pPr>
            <a:r>
              <a:rPr sz="825" b="1">
                <a:solidFill>
                  <a:srgbClr val="6D746A"/>
                </a:solidFill>
              </a:rPr>
              <a:t>07</a:t>
            </a:r>
          </a:p>
        </p:txBody>
      </p:sp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33D4B02C-BEBC-430B-953D-F072CCCE9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6201A"/>
                </a:solidFill>
              </a:defRPr>
            </a:pPr>
            <a:r>
              <a:rPr sz="2625" b="1">
                <a:solidFill>
                  <a:srgbClr val="16201A"/>
                </a:solidFill>
              </a:rPr>
              <a:t>Each module needs a job, output, and metric</a:t>
            </a:r>
          </a:p>
        </p:txBody>
      </p:sp>
      <p:sp>
        <p:nvSpPr>
          <p:cNvPr id="4" name="subtitle-7">
            <a:extLst xmlns:a="http://schemas.openxmlformats.org/drawingml/2006/main">
              <a:ext uri="{FF2B5EF4-FFF2-40B4-BE49-F238E27FC236}">
                <a16:creationId xmlns:a16="http://schemas.microsoft.com/office/drawing/2014/main" id="{20A17298-2AC0-4E22-82EF-5266A8B80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790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D746A"/>
                </a:solidFill>
              </a:defRPr>
            </a:pPr>
            <a:r>
              <a:rPr sz="1275">
                <a:solidFill>
                  <a:srgbClr val="6D746A"/>
                </a:solidFill>
              </a:rPr>
              <a:t>Avoid service lists by tying every module to business value.</a:t>
            </a:r>
          </a:p>
        </p:txBody>
      </p:sp>
      <p:sp>
        <p:nvSpPr>
          <p:cNvPr id="5" name="module-1-card">
            <a:extLst xmlns:a="http://schemas.openxmlformats.org/drawingml/2006/main">
              <a:ext uri="{FF2B5EF4-FFF2-40B4-BE49-F238E27FC236}">
                <a16:creationId xmlns:a16="http://schemas.microsoft.com/office/drawing/2014/main" id="{E69305BD-1036-4531-A257-8C47FF526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33625"/>
            <a:ext cx="33337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6" name="module-1-bar">
            <a:extLst xmlns:a="http://schemas.openxmlformats.org/drawingml/2006/main">
              <a:ext uri="{FF2B5EF4-FFF2-40B4-BE49-F238E27FC236}">
                <a16:creationId xmlns:a16="http://schemas.microsoft.com/office/drawing/2014/main" id="{D1B9E2B5-F0A6-4E1D-A530-CA4D33BC3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33625"/>
            <a:ext cx="571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E43"/>
          </a:solidFill>
          <a:ln xmlns:a="http://schemas.openxmlformats.org/drawingml/2006/main" w="0">
            <a:solidFill>
              <a:srgbClr val="0E5E43"/>
            </a:solidFill>
            <a:prstDash val="solid"/>
          </a:ln>
        </p:spPr>
      </p:sp>
      <p:sp>
        <p:nvSpPr>
          <p:cNvPr id="7" name="module-1-label">
            <a:extLst xmlns:a="http://schemas.openxmlformats.org/drawingml/2006/main">
              <a:ext uri="{FF2B5EF4-FFF2-40B4-BE49-F238E27FC236}">
                <a16:creationId xmlns:a16="http://schemas.microsoft.com/office/drawing/2014/main" id="{F90867F4-3829-47BD-8EBA-655A87D0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05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E5E43"/>
                </a:solidFill>
              </a:defRPr>
            </a:pPr>
            <a:r>
              <a:rPr sz="1350" b="1">
                <a:solidFill>
                  <a:srgbClr val="0E5E43"/>
                </a:solidFill>
              </a:rPr>
              <a:t>Module A</a:t>
            </a:r>
          </a:p>
        </p:txBody>
      </p:sp>
      <p:sp>
        <p:nvSpPr>
          <p:cNvPr id="8" name="module-1-body">
            <a:extLst xmlns:a="http://schemas.openxmlformats.org/drawingml/2006/main">
              <a:ext uri="{FF2B5EF4-FFF2-40B4-BE49-F238E27FC236}">
                <a16:creationId xmlns:a16="http://schemas.microsoft.com/office/drawing/2014/main" id="{BAD162FC-764D-4883-AB6B-6A1DBDF2B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05125"/>
            <a:ext cx="29146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D746A"/>
                </a:solidFill>
              </a:defRPr>
            </a:pPr>
            <a:r>
              <a:rPr sz="1050">
                <a:solidFill>
                  <a:srgbClr val="6D746A"/>
                </a:solidFill>
              </a:rPr>
              <a:t>Target / method / output / metric.</a:t>
            </a:r>
          </a:p>
        </p:txBody>
      </p:sp>
      <p:sp>
        <p:nvSpPr>
          <p:cNvPr id="9" name="module-2-card">
            <a:extLst xmlns:a="http://schemas.openxmlformats.org/drawingml/2006/main">
              <a:ext uri="{FF2B5EF4-FFF2-40B4-BE49-F238E27FC236}">
                <a16:creationId xmlns:a16="http://schemas.microsoft.com/office/drawing/2014/main" id="{9067B1E8-41F1-4B85-834F-6F2B3B0AE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333625"/>
            <a:ext cx="33337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10" name="module-2-bar">
            <a:extLst xmlns:a="http://schemas.openxmlformats.org/drawingml/2006/main">
              <a:ext uri="{FF2B5EF4-FFF2-40B4-BE49-F238E27FC236}">
                <a16:creationId xmlns:a16="http://schemas.microsoft.com/office/drawing/2014/main" id="{53C15E41-A7A4-4C4C-B05A-1B3B88BF7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333625"/>
            <a:ext cx="571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A34B"/>
          </a:solidFill>
          <a:ln xmlns:a="http://schemas.openxmlformats.org/drawingml/2006/main" w="0">
            <a:solidFill>
              <a:srgbClr val="CDA34B"/>
            </a:solidFill>
            <a:prstDash val="solid"/>
          </a:ln>
        </p:spPr>
      </p:sp>
      <p:sp>
        <p:nvSpPr>
          <p:cNvPr id="11" name="module-2-label">
            <a:extLst xmlns:a="http://schemas.openxmlformats.org/drawingml/2006/main">
              <a:ext uri="{FF2B5EF4-FFF2-40B4-BE49-F238E27FC236}">
                <a16:creationId xmlns:a16="http://schemas.microsoft.com/office/drawing/2014/main" id="{F3346472-9AD9-4B3D-AC79-ADD643E9B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05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DA34B"/>
                </a:solidFill>
              </a:defRPr>
            </a:pPr>
            <a:r>
              <a:rPr sz="1350" b="1">
                <a:solidFill>
                  <a:srgbClr val="CDA34B"/>
                </a:solidFill>
              </a:rPr>
              <a:t>Module B</a:t>
            </a:r>
          </a:p>
        </p:txBody>
      </p:sp>
      <p:sp>
        <p:nvSpPr>
          <p:cNvPr id="12" name="module-2-body">
            <a:extLst xmlns:a="http://schemas.openxmlformats.org/drawingml/2006/main">
              <a:ext uri="{FF2B5EF4-FFF2-40B4-BE49-F238E27FC236}">
                <a16:creationId xmlns:a16="http://schemas.microsoft.com/office/drawing/2014/main" id="{E2A41DA7-2FEC-456E-9D3C-60464958C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905125"/>
            <a:ext cx="29146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D746A"/>
                </a:solidFill>
              </a:defRPr>
            </a:pPr>
            <a:r>
              <a:rPr sz="1050">
                <a:solidFill>
                  <a:srgbClr val="6D746A"/>
                </a:solidFill>
              </a:rPr>
              <a:t>Target / method / output / metric.</a:t>
            </a:r>
          </a:p>
        </p:txBody>
      </p:sp>
      <p:sp>
        <p:nvSpPr>
          <p:cNvPr id="13" name="module-3-card">
            <a:extLst xmlns:a="http://schemas.openxmlformats.org/drawingml/2006/main">
              <a:ext uri="{FF2B5EF4-FFF2-40B4-BE49-F238E27FC236}">
                <a16:creationId xmlns:a16="http://schemas.microsoft.com/office/drawing/2014/main" id="{AC9126CE-2929-4AEC-AACA-22AD51180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33625"/>
            <a:ext cx="33337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14" name="module-3-bar">
            <a:extLst xmlns:a="http://schemas.openxmlformats.org/drawingml/2006/main">
              <a:ext uri="{FF2B5EF4-FFF2-40B4-BE49-F238E27FC236}">
                <a16:creationId xmlns:a16="http://schemas.microsoft.com/office/drawing/2014/main" id="{D4839167-2A9C-47BF-85E3-C5021A732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33625"/>
            <a:ext cx="571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4F"/>
          </a:solidFill>
          <a:ln xmlns:a="http://schemas.openxmlformats.org/drawingml/2006/main" w="0">
            <a:solidFill>
              <a:srgbClr val="E07A4F"/>
            </a:solidFill>
            <a:prstDash val="solid"/>
          </a:ln>
        </p:spPr>
      </p:sp>
      <p:sp>
        <p:nvSpPr>
          <p:cNvPr id="15" name="module-3-label">
            <a:extLst xmlns:a="http://schemas.openxmlformats.org/drawingml/2006/main">
              <a:ext uri="{FF2B5EF4-FFF2-40B4-BE49-F238E27FC236}">
                <a16:creationId xmlns:a16="http://schemas.microsoft.com/office/drawing/2014/main" id="{0EB8CE12-579B-431D-8CB6-F1B4C05A3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5050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E07A4F"/>
                </a:solidFill>
              </a:defRPr>
            </a:pPr>
            <a:r>
              <a:rPr sz="1350" b="1">
                <a:solidFill>
                  <a:srgbClr val="E07A4F"/>
                </a:solidFill>
              </a:rPr>
              <a:t>Module C</a:t>
            </a:r>
          </a:p>
        </p:txBody>
      </p:sp>
      <p:sp>
        <p:nvSpPr>
          <p:cNvPr id="16" name="module-3-body">
            <a:extLst xmlns:a="http://schemas.openxmlformats.org/drawingml/2006/main">
              <a:ext uri="{FF2B5EF4-FFF2-40B4-BE49-F238E27FC236}">
                <a16:creationId xmlns:a16="http://schemas.microsoft.com/office/drawing/2014/main" id="{16E40280-45D9-41F2-A22A-F4F62A0A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905125"/>
            <a:ext cx="29146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D746A"/>
                </a:solidFill>
              </a:defRPr>
            </a:pPr>
            <a:r>
              <a:rPr sz="1050">
                <a:solidFill>
                  <a:srgbClr val="6D746A"/>
                </a:solidFill>
              </a:rPr>
              <a:t>Target / method / output / metric.</a:t>
            </a:r>
          </a:p>
        </p:txBody>
      </p:sp>
      <p:sp>
        <p:nvSpPr>
          <p:cNvPr id="17" name="module-strip">
            <a:extLst xmlns:a="http://schemas.openxmlformats.org/drawingml/2006/main">
              <a:ext uri="{FF2B5EF4-FFF2-40B4-BE49-F238E27FC236}">
                <a16:creationId xmlns:a16="http://schemas.microsoft.com/office/drawing/2014/main" id="{52076E58-BC05-4CDC-B661-091A4981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05375"/>
            <a:ext cx="106108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7F0F4"/>
          </a:solidFill>
          <a:ln xmlns:a="http://schemas.openxmlformats.org/drawingml/2006/main" w="9525">
            <a:solidFill>
              <a:srgbClr val="CFE0E8"/>
            </a:solidFill>
            <a:prstDash val="solid"/>
          </a:ln>
        </p:spPr>
      </p:sp>
      <p:sp>
        <p:nvSpPr>
          <p:cNvPr id="18" name="module-strip-text">
            <a:extLst xmlns:a="http://schemas.openxmlformats.org/drawingml/2006/main">
              <a:ext uri="{FF2B5EF4-FFF2-40B4-BE49-F238E27FC236}">
                <a16:creationId xmlns:a16="http://schemas.microsoft.com/office/drawing/2014/main" id="{8514AD7E-5BBE-4F81-AD4C-38EEB39F0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05400"/>
            <a:ext cx="1000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D83A5"/>
                </a:solidFill>
              </a:defRPr>
            </a:pPr>
            <a:r>
              <a:rPr sz="1275" b="1">
                <a:solidFill>
                  <a:srgbClr val="3D83A5"/>
                </a:solidFill>
              </a:rPr>
              <a:t>Bottom strip: summarize how modules connect instead of leaving the lower third blank.</a:t>
            </a:r>
          </a:p>
        </p:txBody>
      </p:sp>
      <p:sp>
        <p:nvSpPr>
          <p:cNvPr id="19" name="footer-line-7">
            <a:extLst xmlns:a="http://schemas.openxmlformats.org/drawingml/2006/main">
              <a:ext uri="{FF2B5EF4-FFF2-40B4-BE49-F238E27FC236}">
                <a16:creationId xmlns:a16="http://schemas.microsoft.com/office/drawing/2014/main" id="{40C357CA-0460-4406-AB29-3C725866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627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20" name="footer-7">
            <a:extLst xmlns:a="http://schemas.openxmlformats.org/drawingml/2006/main">
              <a:ext uri="{FF2B5EF4-FFF2-40B4-BE49-F238E27FC236}">
                <a16:creationId xmlns:a16="http://schemas.microsoft.com/office/drawing/2014/main" id="{B38C1A5E-E2FB-491D-A07E-18832DD77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D746A"/>
                </a:solidFill>
              </a:defRPr>
            </a:pPr>
            <a:r>
              <a:rPr sz="675">
                <a:solidFill>
                  <a:srgbClr val="6D746A"/>
                </a:solidFill>
              </a:rPr>
              <a:t>Proposal template | Replace with client/project footer</a:t>
            </a:r>
          </a:p>
        </p:txBody>
      </p:sp>
    </p:spTree>
    <p:extLst>
      <p:ext uri="{BB962C8B-B14F-4D97-AF65-F5344CB8AC3E}">
        <p14:creationId xmlns:p14="http://schemas.microsoft.com/office/powerpoint/2010/main" val="128971746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8">
            <a:extLst xmlns:a="http://schemas.openxmlformats.org/drawingml/2006/main">
              <a:ext uri="{FF2B5EF4-FFF2-40B4-BE49-F238E27FC236}">
                <a16:creationId xmlns:a16="http://schemas.microsoft.com/office/drawing/2014/main" id="{9C899888-28B2-48AE-A792-61FD4967D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E6B2F"/>
                </a:solidFill>
              </a:defRPr>
            </a:pPr>
            <a:r>
              <a:rPr sz="825" b="1">
                <a:solidFill>
                  <a:srgbClr val="8E6B2F"/>
                </a:solidFill>
              </a:rPr>
              <a:t>EXECUTION ROADMAP</a:t>
            </a:r>
          </a:p>
        </p:txBody>
      </p:sp>
      <p:sp>
        <p:nvSpPr>
          <p:cNvPr id="2" name="page-8">
            <a:extLst xmlns:a="http://schemas.openxmlformats.org/drawingml/2006/main">
              <a:ext uri="{FF2B5EF4-FFF2-40B4-BE49-F238E27FC236}">
                <a16:creationId xmlns:a16="http://schemas.microsoft.com/office/drawing/2014/main" id="{0F73C224-1FEF-4DA3-8037-A754D9F1A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2857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D746A"/>
                </a:solidFill>
              </a:defRPr>
            </a:pPr>
            <a:r>
              <a:rPr sz="825" b="1">
                <a:solidFill>
                  <a:srgbClr val="6D746A"/>
                </a:solidFill>
              </a:rPr>
              <a:t>08</a:t>
            </a:r>
          </a:p>
        </p:txBody>
      </p:sp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81A177AD-786F-4A3F-B6D7-FC23346B5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6201A"/>
                </a:solidFill>
              </a:defRPr>
            </a:pPr>
            <a:r>
              <a:rPr sz="2625" b="1">
                <a:solidFill>
                  <a:srgbClr val="16201A"/>
                </a:solidFill>
              </a:rPr>
              <a:t>Show progression, not just dates</a:t>
            </a:r>
          </a:p>
        </p:txBody>
      </p:sp>
      <p:sp>
        <p:nvSpPr>
          <p:cNvPr id="4" name="subtitle-8">
            <a:extLst xmlns:a="http://schemas.openxmlformats.org/drawingml/2006/main">
              <a:ext uri="{FF2B5EF4-FFF2-40B4-BE49-F238E27FC236}">
                <a16:creationId xmlns:a16="http://schemas.microsoft.com/office/drawing/2014/main" id="{EA0E1197-CBF5-497B-B0AD-FE2A20E90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790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D746A"/>
                </a:solidFill>
              </a:defRPr>
            </a:pPr>
            <a:r>
              <a:rPr sz="1275">
                <a:solidFill>
                  <a:srgbClr val="6D746A"/>
                </a:solidFill>
              </a:rPr>
              <a:t>Use phases to prove control, learning, and scale.</a:t>
            </a:r>
          </a:p>
        </p:txBody>
      </p:sp>
      <p:sp>
        <p:nvSpPr>
          <p:cNvPr id="5" name="road-bar-0">
            <a:extLst xmlns:a="http://schemas.openxmlformats.org/drawingml/2006/main">
              <a:ext uri="{FF2B5EF4-FFF2-40B4-BE49-F238E27FC236}">
                <a16:creationId xmlns:a16="http://schemas.microsoft.com/office/drawing/2014/main" id="{8D12E297-30B6-4B59-A251-57074A94C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71750"/>
            <a:ext cx="2190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E43"/>
          </a:solidFill>
          <a:ln xmlns:a="http://schemas.openxmlformats.org/drawingml/2006/main" w="0">
            <a:solidFill>
              <a:srgbClr val="0E5E43"/>
            </a:solidFill>
            <a:prstDash val="solid"/>
          </a:ln>
        </p:spPr>
      </p:sp>
      <p:sp>
        <p:nvSpPr>
          <p:cNvPr id="6" name="road-time-0">
            <a:extLst xmlns:a="http://schemas.openxmlformats.org/drawingml/2006/main">
              <a:ext uri="{FF2B5EF4-FFF2-40B4-BE49-F238E27FC236}">
                <a16:creationId xmlns:a16="http://schemas.microsoft.com/office/drawing/2014/main" id="{DCB549B9-1545-493D-AA08-C4F37A66A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E5E43"/>
                </a:solidFill>
              </a:defRPr>
            </a:pPr>
            <a:r>
              <a:rPr sz="1875" b="1">
                <a:solidFill>
                  <a:srgbClr val="0E5E43"/>
                </a:solidFill>
              </a:rPr>
              <a:t>W1-2</a:t>
            </a:r>
          </a:p>
        </p:txBody>
      </p:sp>
      <p:sp>
        <p:nvSpPr>
          <p:cNvPr id="7" name="road-label-0">
            <a:extLst xmlns:a="http://schemas.openxmlformats.org/drawingml/2006/main">
              <a:ext uri="{FF2B5EF4-FFF2-40B4-BE49-F238E27FC236}">
                <a16:creationId xmlns:a16="http://schemas.microsoft.com/office/drawing/2014/main" id="{FC8849B3-A1E9-48D0-95D8-DFE62C86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201A"/>
                </a:solidFill>
              </a:defRPr>
            </a:pPr>
            <a:r>
              <a:rPr sz="1500" b="1">
                <a:solidFill>
                  <a:srgbClr val="16201A"/>
                </a:solidFill>
              </a:rPr>
              <a:t>Set up</a:t>
            </a:r>
          </a:p>
        </p:txBody>
      </p:sp>
      <p:sp>
        <p:nvSpPr>
          <p:cNvPr id="8" name="road-body-0">
            <a:extLst xmlns:a="http://schemas.openxmlformats.org/drawingml/2006/main">
              <a:ext uri="{FF2B5EF4-FFF2-40B4-BE49-F238E27FC236}">
                <a16:creationId xmlns:a16="http://schemas.microsoft.com/office/drawing/2014/main" id="{91FC7BB3-B8F8-4C2A-8062-B699FA38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D746A"/>
                </a:solidFill>
              </a:defRPr>
            </a:pPr>
            <a:r>
              <a:rPr sz="1050">
                <a:solidFill>
                  <a:srgbClr val="6D746A"/>
                </a:solidFill>
              </a:rPr>
              <a:t>Key actions</a:t>
            </a:r>
          </a:p>
          <a:p xmlns:a="http://schemas.openxmlformats.org/drawingml/2006/main">
            <a:pPr>
              <a:defRPr sz="1050">
                <a:solidFill>
                  <a:srgbClr val="6D746A"/>
                </a:solidFill>
              </a:defRPr>
            </a:pPr>
            <a:r>
              <a:rPr sz="1050">
                <a:solidFill>
                  <a:srgbClr val="6D746A"/>
                </a:solidFill>
              </a:rPr>
              <a:t>Deliverables</a:t>
            </a:r>
          </a:p>
          <a:p xmlns:a="http://schemas.openxmlformats.org/drawingml/2006/main">
            <a:pPr>
              <a:defRPr sz="1050">
                <a:solidFill>
                  <a:srgbClr val="6D746A"/>
                </a:solidFill>
              </a:defRPr>
            </a:pPr>
            <a:r>
              <a:rPr sz="1050">
                <a:solidFill>
                  <a:srgbClr val="6D746A"/>
                </a:solidFill>
              </a:rPr>
              <a:t>Review point</a:t>
            </a:r>
          </a:p>
        </p:txBody>
      </p:sp>
      <p:sp>
        <p:nvSpPr>
          <p:cNvPr id="9" name="road-bar-1">
            <a:extLst xmlns:a="http://schemas.openxmlformats.org/drawingml/2006/main">
              <a:ext uri="{FF2B5EF4-FFF2-40B4-BE49-F238E27FC236}">
                <a16:creationId xmlns:a16="http://schemas.microsoft.com/office/drawing/2014/main" id="{81C23C57-BC9D-4980-B95D-B7555D968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71750"/>
            <a:ext cx="2190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A34B"/>
          </a:solidFill>
          <a:ln xmlns:a="http://schemas.openxmlformats.org/drawingml/2006/main" w="0">
            <a:solidFill>
              <a:srgbClr val="CDA34B"/>
            </a:solidFill>
            <a:prstDash val="solid"/>
          </a:ln>
        </p:spPr>
      </p:sp>
      <p:sp>
        <p:nvSpPr>
          <p:cNvPr id="10" name="road-time-1">
            <a:extLst xmlns:a="http://schemas.openxmlformats.org/drawingml/2006/main">
              <a:ext uri="{FF2B5EF4-FFF2-40B4-BE49-F238E27FC236}">
                <a16:creationId xmlns:a16="http://schemas.microsoft.com/office/drawing/2014/main" id="{67D5ACA8-D1DE-473F-8782-A89BD5CAF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8575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CDA34B"/>
                </a:solidFill>
              </a:defRPr>
            </a:pPr>
            <a:r>
              <a:rPr sz="1875" b="1">
                <a:solidFill>
                  <a:srgbClr val="CDA34B"/>
                </a:solidFill>
              </a:rPr>
              <a:t>W3-4</a:t>
            </a:r>
          </a:p>
        </p:txBody>
      </p:sp>
      <p:sp>
        <p:nvSpPr>
          <p:cNvPr id="11" name="road-label-1">
            <a:extLst xmlns:a="http://schemas.openxmlformats.org/drawingml/2006/main">
              <a:ext uri="{FF2B5EF4-FFF2-40B4-BE49-F238E27FC236}">
                <a16:creationId xmlns:a16="http://schemas.microsoft.com/office/drawing/2014/main" id="{6D06F8DF-94C8-43F8-9416-5AB1D4C21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3337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201A"/>
                </a:solidFill>
              </a:defRPr>
            </a:pPr>
            <a:r>
              <a:rPr sz="1500" b="1">
                <a:solidFill>
                  <a:srgbClr val="16201A"/>
                </a:solidFill>
              </a:rPr>
              <a:t>Test</a:t>
            </a:r>
          </a:p>
        </p:txBody>
      </p:sp>
      <p:sp>
        <p:nvSpPr>
          <p:cNvPr id="12" name="road-body-1">
            <a:extLst xmlns:a="http://schemas.openxmlformats.org/drawingml/2006/main">
              <a:ext uri="{FF2B5EF4-FFF2-40B4-BE49-F238E27FC236}">
                <a16:creationId xmlns:a16="http://schemas.microsoft.com/office/drawing/2014/main" id="{306A119A-3AD2-49F3-9738-2FD2C1A29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100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D746A"/>
                </a:solidFill>
              </a:defRPr>
            </a:pPr>
            <a:r>
              <a:rPr sz="1050">
                <a:solidFill>
                  <a:srgbClr val="6D746A"/>
                </a:solidFill>
              </a:rPr>
              <a:t>Key actions</a:t>
            </a:r>
          </a:p>
          <a:p xmlns:a="http://schemas.openxmlformats.org/drawingml/2006/main">
            <a:pPr>
              <a:defRPr sz="1050">
                <a:solidFill>
                  <a:srgbClr val="6D746A"/>
                </a:solidFill>
              </a:defRPr>
            </a:pPr>
            <a:r>
              <a:rPr sz="1050">
                <a:solidFill>
                  <a:srgbClr val="6D746A"/>
                </a:solidFill>
              </a:rPr>
              <a:t>Deliverables</a:t>
            </a:r>
          </a:p>
          <a:p xmlns:a="http://schemas.openxmlformats.org/drawingml/2006/main">
            <a:pPr>
              <a:defRPr sz="1050">
                <a:solidFill>
                  <a:srgbClr val="6D746A"/>
                </a:solidFill>
              </a:defRPr>
            </a:pPr>
            <a:r>
              <a:rPr sz="1050">
                <a:solidFill>
                  <a:srgbClr val="6D746A"/>
                </a:solidFill>
              </a:rPr>
              <a:t>Review point</a:t>
            </a:r>
          </a:p>
        </p:txBody>
      </p:sp>
      <p:sp>
        <p:nvSpPr>
          <p:cNvPr id="13" name="road-bar-2">
            <a:extLst xmlns:a="http://schemas.openxmlformats.org/drawingml/2006/main">
              <a:ext uri="{FF2B5EF4-FFF2-40B4-BE49-F238E27FC236}">
                <a16:creationId xmlns:a16="http://schemas.microsoft.com/office/drawing/2014/main" id="{CB6876C2-A408-4F52-8E55-9F03BDCE3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71750"/>
            <a:ext cx="2190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4F"/>
          </a:solidFill>
          <a:ln xmlns:a="http://schemas.openxmlformats.org/drawingml/2006/main" w="0">
            <a:solidFill>
              <a:srgbClr val="E07A4F"/>
            </a:solidFill>
            <a:prstDash val="solid"/>
          </a:ln>
        </p:spPr>
      </p:sp>
      <p:sp>
        <p:nvSpPr>
          <p:cNvPr id="14" name="road-time-2">
            <a:extLst xmlns:a="http://schemas.openxmlformats.org/drawingml/2006/main">
              <a:ext uri="{FF2B5EF4-FFF2-40B4-BE49-F238E27FC236}">
                <a16:creationId xmlns:a16="http://schemas.microsoft.com/office/drawing/2014/main" id="{20F90B67-7988-4396-976E-ADDC22D73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575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E07A4F"/>
                </a:solidFill>
              </a:defRPr>
            </a:pPr>
            <a:r>
              <a:rPr sz="1875" b="1">
                <a:solidFill>
                  <a:srgbClr val="E07A4F"/>
                </a:solidFill>
              </a:rPr>
              <a:t>W5-8</a:t>
            </a:r>
          </a:p>
        </p:txBody>
      </p:sp>
      <p:sp>
        <p:nvSpPr>
          <p:cNvPr id="15" name="road-label-2">
            <a:extLst xmlns:a="http://schemas.openxmlformats.org/drawingml/2006/main">
              <a:ext uri="{FF2B5EF4-FFF2-40B4-BE49-F238E27FC236}">
                <a16:creationId xmlns:a16="http://schemas.microsoft.com/office/drawing/2014/main" id="{DB764776-C532-4845-B4F2-612E64D9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201A"/>
                </a:solidFill>
              </a:defRPr>
            </a:pPr>
            <a:r>
              <a:rPr sz="1500" b="1">
                <a:solidFill>
                  <a:srgbClr val="16201A"/>
                </a:solidFill>
              </a:rPr>
              <a:t>Scale</a:t>
            </a:r>
          </a:p>
        </p:txBody>
      </p:sp>
      <p:sp>
        <p:nvSpPr>
          <p:cNvPr id="16" name="road-body-2">
            <a:extLst xmlns:a="http://schemas.openxmlformats.org/drawingml/2006/main">
              <a:ext uri="{FF2B5EF4-FFF2-40B4-BE49-F238E27FC236}">
                <a16:creationId xmlns:a16="http://schemas.microsoft.com/office/drawing/2014/main" id="{768F6944-6185-4EB5-BB3E-7F21A15FC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100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D746A"/>
                </a:solidFill>
              </a:defRPr>
            </a:pPr>
            <a:r>
              <a:rPr sz="1050">
                <a:solidFill>
                  <a:srgbClr val="6D746A"/>
                </a:solidFill>
              </a:rPr>
              <a:t>Key actions</a:t>
            </a:r>
          </a:p>
          <a:p xmlns:a="http://schemas.openxmlformats.org/drawingml/2006/main">
            <a:pPr>
              <a:defRPr sz="1050">
                <a:solidFill>
                  <a:srgbClr val="6D746A"/>
                </a:solidFill>
              </a:defRPr>
            </a:pPr>
            <a:r>
              <a:rPr sz="1050">
                <a:solidFill>
                  <a:srgbClr val="6D746A"/>
                </a:solidFill>
              </a:rPr>
              <a:t>Deliverables</a:t>
            </a:r>
          </a:p>
          <a:p xmlns:a="http://schemas.openxmlformats.org/drawingml/2006/main">
            <a:pPr>
              <a:defRPr sz="1050">
                <a:solidFill>
                  <a:srgbClr val="6D746A"/>
                </a:solidFill>
              </a:defRPr>
            </a:pPr>
            <a:r>
              <a:rPr sz="1050">
                <a:solidFill>
                  <a:srgbClr val="6D746A"/>
                </a:solidFill>
              </a:rPr>
              <a:t>Review point</a:t>
            </a:r>
          </a:p>
        </p:txBody>
      </p:sp>
      <p:sp>
        <p:nvSpPr>
          <p:cNvPr id="17" name="road-bar-3">
            <a:extLst xmlns:a="http://schemas.openxmlformats.org/drawingml/2006/main">
              <a:ext uri="{FF2B5EF4-FFF2-40B4-BE49-F238E27FC236}">
                <a16:creationId xmlns:a16="http://schemas.microsoft.com/office/drawing/2014/main" id="{0B7898EE-C987-4735-9E91-4E95D8600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571750"/>
            <a:ext cx="2190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3A5"/>
          </a:solidFill>
          <a:ln xmlns:a="http://schemas.openxmlformats.org/drawingml/2006/main" w="0">
            <a:solidFill>
              <a:srgbClr val="3D83A5"/>
            </a:solidFill>
            <a:prstDash val="solid"/>
          </a:ln>
        </p:spPr>
      </p:sp>
      <p:sp>
        <p:nvSpPr>
          <p:cNvPr id="18" name="road-time-3">
            <a:extLst xmlns:a="http://schemas.openxmlformats.org/drawingml/2006/main">
              <a:ext uri="{FF2B5EF4-FFF2-40B4-BE49-F238E27FC236}">
                <a16:creationId xmlns:a16="http://schemas.microsoft.com/office/drawing/2014/main" id="{4A5B9BBE-E744-4B7E-B04C-8A046B070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8575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D83A5"/>
                </a:solidFill>
              </a:defRPr>
            </a:pPr>
            <a:r>
              <a:rPr sz="1875" b="1">
                <a:solidFill>
                  <a:srgbClr val="3D83A5"/>
                </a:solidFill>
              </a:rPr>
              <a:t>W9+</a:t>
            </a:r>
          </a:p>
        </p:txBody>
      </p:sp>
      <p:sp>
        <p:nvSpPr>
          <p:cNvPr id="19" name="road-label-3">
            <a:extLst xmlns:a="http://schemas.openxmlformats.org/drawingml/2006/main">
              <a:ext uri="{FF2B5EF4-FFF2-40B4-BE49-F238E27FC236}">
                <a16:creationId xmlns:a16="http://schemas.microsoft.com/office/drawing/2014/main" id="{0D64FDCC-E173-4A94-A270-11EF388C1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337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201A"/>
                </a:solidFill>
              </a:defRPr>
            </a:pPr>
            <a:r>
              <a:rPr sz="1500" b="1">
                <a:solidFill>
                  <a:srgbClr val="16201A"/>
                </a:solidFill>
              </a:rPr>
              <a:t>Review</a:t>
            </a:r>
          </a:p>
        </p:txBody>
      </p:sp>
      <p:sp>
        <p:nvSpPr>
          <p:cNvPr id="20" name="road-body-3">
            <a:extLst xmlns:a="http://schemas.openxmlformats.org/drawingml/2006/main">
              <a:ext uri="{FF2B5EF4-FFF2-40B4-BE49-F238E27FC236}">
                <a16:creationId xmlns:a16="http://schemas.microsoft.com/office/drawing/2014/main" id="{E343811A-1B8C-403F-86AC-21CA97B9E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8100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D746A"/>
                </a:solidFill>
              </a:defRPr>
            </a:pPr>
            <a:r>
              <a:rPr sz="1050">
                <a:solidFill>
                  <a:srgbClr val="6D746A"/>
                </a:solidFill>
              </a:rPr>
              <a:t>Key actions</a:t>
            </a:r>
          </a:p>
          <a:p xmlns:a="http://schemas.openxmlformats.org/drawingml/2006/main">
            <a:pPr>
              <a:defRPr sz="1050">
                <a:solidFill>
                  <a:srgbClr val="6D746A"/>
                </a:solidFill>
              </a:defRPr>
            </a:pPr>
            <a:r>
              <a:rPr sz="1050">
                <a:solidFill>
                  <a:srgbClr val="6D746A"/>
                </a:solidFill>
              </a:rPr>
              <a:t>Deliverables</a:t>
            </a:r>
          </a:p>
          <a:p xmlns:a="http://schemas.openxmlformats.org/drawingml/2006/main">
            <a:pPr>
              <a:defRPr sz="1050">
                <a:solidFill>
                  <a:srgbClr val="6D746A"/>
                </a:solidFill>
              </a:defRPr>
            </a:pPr>
            <a:r>
              <a:rPr sz="1050">
                <a:solidFill>
                  <a:srgbClr val="6D746A"/>
                </a:solidFill>
              </a:rPr>
              <a:t>Review point</a:t>
            </a:r>
          </a:p>
        </p:txBody>
      </p:sp>
      <p:sp>
        <p:nvSpPr>
          <p:cNvPr id="21" name="road-conclusion">
            <a:extLst xmlns:a="http://schemas.openxmlformats.org/drawingml/2006/main">
              <a:ext uri="{FF2B5EF4-FFF2-40B4-BE49-F238E27FC236}">
                <a16:creationId xmlns:a16="http://schemas.microsoft.com/office/drawing/2014/main" id="{09AE72F3-38DB-420C-A67E-DE63ECC37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42925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201A"/>
                </a:solidFill>
              </a:defRPr>
            </a:pPr>
            <a:r>
              <a:rPr sz="1200" b="1">
                <a:solidFill>
                  <a:srgbClr val="16201A"/>
                </a:solidFill>
              </a:rPr>
              <a:t>A roadmap should reveal the operating logic: learn first, scale second, package results last.</a:t>
            </a:r>
          </a:p>
        </p:txBody>
      </p:sp>
      <p:sp>
        <p:nvSpPr>
          <p:cNvPr id="22" name="footer-line-8">
            <a:extLst xmlns:a="http://schemas.openxmlformats.org/drawingml/2006/main">
              <a:ext uri="{FF2B5EF4-FFF2-40B4-BE49-F238E27FC236}">
                <a16:creationId xmlns:a16="http://schemas.microsoft.com/office/drawing/2014/main" id="{05D4CF70-0FD4-42E7-9B66-939761A11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627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23" name="footer-8">
            <a:extLst xmlns:a="http://schemas.openxmlformats.org/drawingml/2006/main">
              <a:ext uri="{FF2B5EF4-FFF2-40B4-BE49-F238E27FC236}">
                <a16:creationId xmlns:a16="http://schemas.microsoft.com/office/drawing/2014/main" id="{2C9ED152-2346-4033-9E33-929739EE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D746A"/>
                </a:solidFill>
              </a:defRPr>
            </a:pPr>
            <a:r>
              <a:rPr sz="675">
                <a:solidFill>
                  <a:srgbClr val="6D746A"/>
                </a:solidFill>
              </a:rPr>
              <a:t>Proposal template | Replace with client/project footer</a:t>
            </a:r>
          </a:p>
        </p:txBody>
      </p:sp>
    </p:spTree>
    <p:extLst>
      <p:ext uri="{BB962C8B-B14F-4D97-AF65-F5344CB8AC3E}">
        <p14:creationId xmlns:p14="http://schemas.microsoft.com/office/powerpoint/2010/main" val="213269371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9">
            <a:extLst xmlns:a="http://schemas.openxmlformats.org/drawingml/2006/main">
              <a:ext uri="{FF2B5EF4-FFF2-40B4-BE49-F238E27FC236}">
                <a16:creationId xmlns:a16="http://schemas.microsoft.com/office/drawing/2014/main" id="{DFC57239-DE0D-4D08-AA11-89A10CAD0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E6B2F"/>
                </a:solidFill>
              </a:defRPr>
            </a:pPr>
            <a:r>
              <a:rPr sz="825" b="1">
                <a:solidFill>
                  <a:srgbClr val="8E6B2F"/>
                </a:solidFill>
              </a:rPr>
              <a:t>BUDGET STRUCTURE</a:t>
            </a:r>
          </a:p>
        </p:txBody>
      </p:sp>
      <p:sp>
        <p:nvSpPr>
          <p:cNvPr id="2" name="page-9">
            <a:extLst xmlns:a="http://schemas.openxmlformats.org/drawingml/2006/main">
              <a:ext uri="{FF2B5EF4-FFF2-40B4-BE49-F238E27FC236}">
                <a16:creationId xmlns:a16="http://schemas.microsoft.com/office/drawing/2014/main" id="{FA38555A-EFD3-470D-AD9F-BEC479B0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2857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D746A"/>
                </a:solidFill>
              </a:defRPr>
            </a:pPr>
            <a:r>
              <a:rPr sz="825" b="1">
                <a:solidFill>
                  <a:srgbClr val="6D746A"/>
                </a:solidFill>
              </a:rPr>
              <a:t>09</a:t>
            </a:r>
          </a:p>
        </p:txBody>
      </p:sp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FC5B15E6-96F8-43B3-B12F-2792D9EA2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6201A"/>
                </a:solidFill>
              </a:defRPr>
            </a:pPr>
            <a:r>
              <a:rPr sz="2625" b="1">
                <a:solidFill>
                  <a:srgbClr val="16201A"/>
                </a:solidFill>
              </a:rPr>
              <a:t>Make every amount readable as a commitment</a:t>
            </a:r>
          </a:p>
        </p:txBody>
      </p:sp>
      <p:sp>
        <p:nvSpPr>
          <p:cNvPr id="4" name="subtitle-9">
            <a:extLst xmlns:a="http://schemas.openxmlformats.org/drawingml/2006/main">
              <a:ext uri="{FF2B5EF4-FFF2-40B4-BE49-F238E27FC236}">
                <a16:creationId xmlns:a16="http://schemas.microsoft.com/office/drawing/2014/main" id="{AA6C7A1E-FA9D-494B-8689-A8C22984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790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D746A"/>
                </a:solidFill>
              </a:defRPr>
            </a:pPr>
            <a:r>
              <a:rPr sz="1275">
                <a:solidFill>
                  <a:srgbClr val="6D746A"/>
                </a:solidFill>
              </a:rPr>
              <a:t>Connect money to purpose, deliverable, acceptance, and exclusions.</a:t>
            </a:r>
          </a:p>
        </p:txBody>
      </p:sp>
      <p:sp>
        <p:nvSpPr>
          <p:cNvPr id="5" name="budget-head-0">
            <a:extLst xmlns:a="http://schemas.openxmlformats.org/drawingml/2006/main">
              <a:ext uri="{FF2B5EF4-FFF2-40B4-BE49-F238E27FC236}">
                <a16:creationId xmlns:a16="http://schemas.microsoft.com/office/drawing/2014/main" id="{C62D1B57-8FF4-45BC-9747-F39ED929E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38375"/>
            <a:ext cx="152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E43"/>
          </a:solidFill>
          <a:ln xmlns:a="http://schemas.openxmlformats.org/drawingml/2006/main" w="0">
            <a:solidFill>
              <a:srgbClr val="0E5E43"/>
            </a:solidFill>
            <a:prstDash val="solid"/>
          </a:ln>
        </p:spPr>
      </p:sp>
      <p:sp>
        <p:nvSpPr>
          <p:cNvPr id="6" name="budget-head-text-0">
            <a:extLst xmlns:a="http://schemas.openxmlformats.org/drawingml/2006/main">
              <a:ext uri="{FF2B5EF4-FFF2-40B4-BE49-F238E27FC236}">
                <a16:creationId xmlns:a16="http://schemas.microsoft.com/office/drawing/2014/main" id="{1AD21453-6ABE-4DD5-86E2-84A9D666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43150"/>
            <a:ext cx="1333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Item</a:t>
            </a:r>
          </a:p>
        </p:txBody>
      </p:sp>
      <p:sp>
        <p:nvSpPr>
          <p:cNvPr id="7" name="budget-head-1">
            <a:extLst xmlns:a="http://schemas.openxmlformats.org/drawingml/2006/main">
              <a:ext uri="{FF2B5EF4-FFF2-40B4-BE49-F238E27FC236}">
                <a16:creationId xmlns:a16="http://schemas.microsoft.com/office/drawing/2014/main" id="{99416936-2E0A-45A4-964E-5BC0DF006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238375"/>
            <a:ext cx="2190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E43"/>
          </a:solidFill>
          <a:ln xmlns:a="http://schemas.openxmlformats.org/drawingml/2006/main" w="0">
            <a:solidFill>
              <a:srgbClr val="0E5E43"/>
            </a:solidFill>
            <a:prstDash val="solid"/>
          </a:ln>
        </p:spPr>
      </p:sp>
      <p:sp>
        <p:nvSpPr>
          <p:cNvPr id="8" name="budget-head-text-1">
            <a:extLst xmlns:a="http://schemas.openxmlformats.org/drawingml/2006/main">
              <a:ext uri="{FF2B5EF4-FFF2-40B4-BE49-F238E27FC236}">
                <a16:creationId xmlns:a16="http://schemas.microsoft.com/office/drawing/2014/main" id="{56696B6A-C2BE-4D4D-8EAA-49D095B98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343150"/>
            <a:ext cx="2000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Purpose</a:t>
            </a:r>
          </a:p>
        </p:txBody>
      </p:sp>
      <p:sp>
        <p:nvSpPr>
          <p:cNvPr id="9" name="budget-head-2">
            <a:extLst xmlns:a="http://schemas.openxmlformats.org/drawingml/2006/main">
              <a:ext uri="{FF2B5EF4-FFF2-40B4-BE49-F238E27FC236}">
                <a16:creationId xmlns:a16="http://schemas.microsoft.com/office/drawing/2014/main" id="{C41F3BBB-50A8-4D9E-8D21-E23758C9E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38375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E43"/>
          </a:solidFill>
          <a:ln xmlns:a="http://schemas.openxmlformats.org/drawingml/2006/main" w="0">
            <a:solidFill>
              <a:srgbClr val="0E5E43"/>
            </a:solidFill>
            <a:prstDash val="solid"/>
          </a:ln>
        </p:spPr>
      </p:sp>
      <p:sp>
        <p:nvSpPr>
          <p:cNvPr id="10" name="budget-head-text-2">
            <a:extLst xmlns:a="http://schemas.openxmlformats.org/drawingml/2006/main">
              <a:ext uri="{FF2B5EF4-FFF2-40B4-BE49-F238E27FC236}">
                <a16:creationId xmlns:a16="http://schemas.microsoft.com/office/drawing/2014/main" id="{7F9CD688-EED9-43B2-B52D-87B48BD7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343150"/>
            <a:ext cx="2286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Deliverable</a:t>
            </a:r>
          </a:p>
        </p:txBody>
      </p:sp>
      <p:sp>
        <p:nvSpPr>
          <p:cNvPr id="11" name="budget-head-3">
            <a:extLst xmlns:a="http://schemas.openxmlformats.org/drawingml/2006/main">
              <a:ext uri="{FF2B5EF4-FFF2-40B4-BE49-F238E27FC236}">
                <a16:creationId xmlns:a16="http://schemas.microsoft.com/office/drawing/2014/main" id="{9865C997-44D6-4225-BC53-C7C985A9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38375"/>
            <a:ext cx="2190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E43"/>
          </a:solidFill>
          <a:ln xmlns:a="http://schemas.openxmlformats.org/drawingml/2006/main" w="0">
            <a:solidFill>
              <a:srgbClr val="0E5E43"/>
            </a:solidFill>
            <a:prstDash val="solid"/>
          </a:ln>
        </p:spPr>
      </p:sp>
      <p:sp>
        <p:nvSpPr>
          <p:cNvPr id="12" name="budget-head-text-3">
            <a:extLst xmlns:a="http://schemas.openxmlformats.org/drawingml/2006/main">
              <a:ext uri="{FF2B5EF4-FFF2-40B4-BE49-F238E27FC236}">
                <a16:creationId xmlns:a16="http://schemas.microsoft.com/office/drawing/2014/main" id="{4CC29F4F-9B2A-47AE-BD60-41E8B3B6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343150"/>
            <a:ext cx="2000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Acceptance</a:t>
            </a:r>
          </a:p>
        </p:txBody>
      </p:sp>
      <p:sp>
        <p:nvSpPr>
          <p:cNvPr id="13" name="budget-head-4">
            <a:extLst xmlns:a="http://schemas.openxmlformats.org/drawingml/2006/main">
              <a:ext uri="{FF2B5EF4-FFF2-40B4-BE49-F238E27FC236}">
                <a16:creationId xmlns:a16="http://schemas.microsoft.com/office/drawing/2014/main" id="{F4218042-6499-4D86-90E6-1B578DD9C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238375"/>
            <a:ext cx="2095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E43"/>
          </a:solidFill>
          <a:ln xmlns:a="http://schemas.openxmlformats.org/drawingml/2006/main" w="0">
            <a:solidFill>
              <a:srgbClr val="0E5E43"/>
            </a:solidFill>
            <a:prstDash val="solid"/>
          </a:ln>
        </p:spPr>
      </p:sp>
      <p:sp>
        <p:nvSpPr>
          <p:cNvPr id="14" name="budget-head-text-4">
            <a:extLst xmlns:a="http://schemas.openxmlformats.org/drawingml/2006/main">
              <a:ext uri="{FF2B5EF4-FFF2-40B4-BE49-F238E27FC236}">
                <a16:creationId xmlns:a16="http://schemas.microsoft.com/office/drawing/2014/main" id="{3D0A513F-B533-494F-838A-C4F1A41F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34315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Exclusions</a:t>
            </a:r>
          </a:p>
        </p:txBody>
      </p:sp>
      <p:sp>
        <p:nvSpPr>
          <p:cNvPr id="15" name="budget-row-0-0">
            <a:extLst xmlns:a="http://schemas.openxmlformats.org/drawingml/2006/main">
              <a:ext uri="{FF2B5EF4-FFF2-40B4-BE49-F238E27FC236}">
                <a16:creationId xmlns:a16="http://schemas.microsoft.com/office/drawing/2014/main" id="{E6BC6834-5A07-409D-B958-C1FE3DC6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19375"/>
            <a:ext cx="152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CD2"/>
          </a:solidFill>
          <a:ln xmlns:a="http://schemas.openxmlformats.org/drawingml/2006/main" w="0">
            <a:solidFill>
              <a:srgbClr val="F6ECD2"/>
            </a:solidFill>
            <a:prstDash val="solid"/>
          </a:ln>
        </p:spPr>
      </p:sp>
      <p:sp>
        <p:nvSpPr>
          <p:cNvPr id="16" name="budget-border-0-0">
            <a:extLst xmlns:a="http://schemas.openxmlformats.org/drawingml/2006/main">
              <a:ext uri="{FF2B5EF4-FFF2-40B4-BE49-F238E27FC236}">
                <a16:creationId xmlns:a16="http://schemas.microsoft.com/office/drawing/2014/main" id="{E8F353DD-686D-4FC3-97CD-8EE651B66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19375"/>
            <a:ext cx="152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17" name="budget-text-0-0">
            <a:extLst xmlns:a="http://schemas.openxmlformats.org/drawingml/2006/main">
              <a:ext uri="{FF2B5EF4-FFF2-40B4-BE49-F238E27FC236}">
                <a16:creationId xmlns:a16="http://schemas.microsoft.com/office/drawing/2014/main" id="{7C9404C5-1ECB-4CFC-B4E9-27B18D718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90825"/>
            <a:ext cx="133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6201A"/>
                </a:solidFill>
              </a:defRPr>
            </a:pPr>
            <a:r>
              <a:rPr sz="825">
                <a:solidFill>
                  <a:srgbClr val="16201A"/>
                </a:solidFill>
              </a:rPr>
              <a:t>Placeholder</a:t>
            </a:r>
          </a:p>
        </p:txBody>
      </p:sp>
      <p:sp>
        <p:nvSpPr>
          <p:cNvPr id="18" name="budget-row-0-1">
            <a:extLst xmlns:a="http://schemas.openxmlformats.org/drawingml/2006/main">
              <a:ext uri="{FF2B5EF4-FFF2-40B4-BE49-F238E27FC236}">
                <a16:creationId xmlns:a16="http://schemas.microsoft.com/office/drawing/2014/main" id="{7A3DE744-97E4-4484-9DC6-364BD952B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619375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CD2"/>
          </a:solidFill>
          <a:ln xmlns:a="http://schemas.openxmlformats.org/drawingml/2006/main" w="0">
            <a:solidFill>
              <a:srgbClr val="F6ECD2"/>
            </a:solidFill>
            <a:prstDash val="solid"/>
          </a:ln>
        </p:spPr>
      </p:sp>
      <p:sp>
        <p:nvSpPr>
          <p:cNvPr id="19" name="budget-border-0-1">
            <a:extLst xmlns:a="http://schemas.openxmlformats.org/drawingml/2006/main">
              <a:ext uri="{FF2B5EF4-FFF2-40B4-BE49-F238E27FC236}">
                <a16:creationId xmlns:a16="http://schemas.microsoft.com/office/drawing/2014/main" id="{AEA39B9B-1978-4392-B505-096F2503D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619375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20" name="budget-text-0-1">
            <a:extLst xmlns:a="http://schemas.openxmlformats.org/drawingml/2006/main">
              <a:ext uri="{FF2B5EF4-FFF2-40B4-BE49-F238E27FC236}">
                <a16:creationId xmlns:a16="http://schemas.microsoft.com/office/drawing/2014/main" id="{616AD7B4-6207-4ECA-93E6-A26377A56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790825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6201A"/>
                </a:solidFill>
              </a:defRPr>
            </a:pPr>
            <a:r>
              <a:rPr sz="825">
                <a:solidFill>
                  <a:srgbClr val="16201A"/>
                </a:solidFill>
              </a:rPr>
              <a:t>Placeholder</a:t>
            </a:r>
          </a:p>
        </p:txBody>
      </p:sp>
      <p:sp>
        <p:nvSpPr>
          <p:cNvPr id="21" name="budget-row-0-2">
            <a:extLst xmlns:a="http://schemas.openxmlformats.org/drawingml/2006/main">
              <a:ext uri="{FF2B5EF4-FFF2-40B4-BE49-F238E27FC236}">
                <a16:creationId xmlns:a16="http://schemas.microsoft.com/office/drawing/2014/main" id="{29A16550-B376-40FE-BE65-F4F0BC922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19375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CD2"/>
          </a:solidFill>
          <a:ln xmlns:a="http://schemas.openxmlformats.org/drawingml/2006/main" w="0">
            <a:solidFill>
              <a:srgbClr val="F6ECD2"/>
            </a:solidFill>
            <a:prstDash val="solid"/>
          </a:ln>
        </p:spPr>
      </p:sp>
      <p:sp>
        <p:nvSpPr>
          <p:cNvPr id="22" name="budget-border-0-2">
            <a:extLst xmlns:a="http://schemas.openxmlformats.org/drawingml/2006/main">
              <a:ext uri="{FF2B5EF4-FFF2-40B4-BE49-F238E27FC236}">
                <a16:creationId xmlns:a16="http://schemas.microsoft.com/office/drawing/2014/main" id="{5E9B245B-3B49-4615-B89C-32DF94252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19375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23" name="budget-text-0-2">
            <a:extLst xmlns:a="http://schemas.openxmlformats.org/drawingml/2006/main">
              <a:ext uri="{FF2B5EF4-FFF2-40B4-BE49-F238E27FC236}">
                <a16:creationId xmlns:a16="http://schemas.microsoft.com/office/drawing/2014/main" id="{C8CA7E0D-503F-4ACB-94DE-902CC80A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9082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6201A"/>
                </a:solidFill>
              </a:defRPr>
            </a:pPr>
            <a:r>
              <a:rPr sz="825">
                <a:solidFill>
                  <a:srgbClr val="16201A"/>
                </a:solidFill>
              </a:rPr>
              <a:t>Placeholder</a:t>
            </a:r>
          </a:p>
        </p:txBody>
      </p:sp>
      <p:sp>
        <p:nvSpPr>
          <p:cNvPr id="24" name="budget-row-0-3">
            <a:extLst xmlns:a="http://schemas.openxmlformats.org/drawingml/2006/main">
              <a:ext uri="{FF2B5EF4-FFF2-40B4-BE49-F238E27FC236}">
                <a16:creationId xmlns:a16="http://schemas.microsoft.com/office/drawing/2014/main" id="{AF08F86C-FF50-4DB0-B9BF-E09A3DCB4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19375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CD2"/>
          </a:solidFill>
          <a:ln xmlns:a="http://schemas.openxmlformats.org/drawingml/2006/main" w="0">
            <a:solidFill>
              <a:srgbClr val="F6ECD2"/>
            </a:solidFill>
            <a:prstDash val="solid"/>
          </a:ln>
        </p:spPr>
      </p:sp>
      <p:sp>
        <p:nvSpPr>
          <p:cNvPr id="25" name="budget-border-0-3">
            <a:extLst xmlns:a="http://schemas.openxmlformats.org/drawingml/2006/main">
              <a:ext uri="{FF2B5EF4-FFF2-40B4-BE49-F238E27FC236}">
                <a16:creationId xmlns:a16="http://schemas.microsoft.com/office/drawing/2014/main" id="{5357C9DA-87C5-4A67-BACD-0CA9F4C34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19375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26" name="budget-text-0-3">
            <a:extLst xmlns:a="http://schemas.openxmlformats.org/drawingml/2006/main">
              <a:ext uri="{FF2B5EF4-FFF2-40B4-BE49-F238E27FC236}">
                <a16:creationId xmlns:a16="http://schemas.microsoft.com/office/drawing/2014/main" id="{DF652F9F-129B-481B-BF0B-8146B605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90825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6201A"/>
                </a:solidFill>
              </a:defRPr>
            </a:pPr>
            <a:r>
              <a:rPr sz="825">
                <a:solidFill>
                  <a:srgbClr val="16201A"/>
                </a:solidFill>
              </a:rPr>
              <a:t>Placeholder</a:t>
            </a:r>
          </a:p>
        </p:txBody>
      </p:sp>
      <p:sp>
        <p:nvSpPr>
          <p:cNvPr id="27" name="budget-row-0-4">
            <a:extLst xmlns:a="http://schemas.openxmlformats.org/drawingml/2006/main">
              <a:ext uri="{FF2B5EF4-FFF2-40B4-BE49-F238E27FC236}">
                <a16:creationId xmlns:a16="http://schemas.microsoft.com/office/drawing/2014/main" id="{F78D2B8A-B17E-425B-8B7E-B1C79A3A6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619375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CD2"/>
          </a:solidFill>
          <a:ln xmlns:a="http://schemas.openxmlformats.org/drawingml/2006/main" w="0">
            <a:solidFill>
              <a:srgbClr val="F6ECD2"/>
            </a:solidFill>
            <a:prstDash val="solid"/>
          </a:ln>
        </p:spPr>
      </p:sp>
      <p:sp>
        <p:nvSpPr>
          <p:cNvPr id="28" name="budget-border-0-4">
            <a:extLst xmlns:a="http://schemas.openxmlformats.org/drawingml/2006/main">
              <a:ext uri="{FF2B5EF4-FFF2-40B4-BE49-F238E27FC236}">
                <a16:creationId xmlns:a16="http://schemas.microsoft.com/office/drawing/2014/main" id="{A903D3A6-FD27-4AF0-AEA6-072E281E7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619375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29" name="budget-text-0-4">
            <a:extLst xmlns:a="http://schemas.openxmlformats.org/drawingml/2006/main">
              <a:ext uri="{FF2B5EF4-FFF2-40B4-BE49-F238E27FC236}">
                <a16:creationId xmlns:a16="http://schemas.microsoft.com/office/drawing/2014/main" id="{A444EA64-EC7E-4C0A-ADFC-D7ACB936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79082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6201A"/>
                </a:solidFill>
              </a:defRPr>
            </a:pPr>
            <a:r>
              <a:rPr sz="825">
                <a:solidFill>
                  <a:srgbClr val="16201A"/>
                </a:solidFill>
              </a:rPr>
              <a:t>Placeholder</a:t>
            </a:r>
          </a:p>
        </p:txBody>
      </p:sp>
      <p:sp>
        <p:nvSpPr>
          <p:cNvPr id="30" name="budget-row-1-0">
            <a:extLst xmlns:a="http://schemas.openxmlformats.org/drawingml/2006/main">
              <a:ext uri="{FF2B5EF4-FFF2-40B4-BE49-F238E27FC236}">
                <a16:creationId xmlns:a16="http://schemas.microsoft.com/office/drawing/2014/main" id="{1C2C006F-EED9-4C62-8459-2C2CC8C2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33725"/>
            <a:ext cx="152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1" name="budget-border-1-0">
            <a:extLst xmlns:a="http://schemas.openxmlformats.org/drawingml/2006/main">
              <a:ext uri="{FF2B5EF4-FFF2-40B4-BE49-F238E27FC236}">
                <a16:creationId xmlns:a16="http://schemas.microsoft.com/office/drawing/2014/main" id="{AD2BB67E-1A0C-4F13-8E8B-55B6875C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33725"/>
            <a:ext cx="152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32" name="budget-text-1-0">
            <a:extLst xmlns:a="http://schemas.openxmlformats.org/drawingml/2006/main">
              <a:ext uri="{FF2B5EF4-FFF2-40B4-BE49-F238E27FC236}">
                <a16:creationId xmlns:a16="http://schemas.microsoft.com/office/drawing/2014/main" id="{604F475F-6D23-4A5D-A960-9C5294FA3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05175"/>
            <a:ext cx="133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6201A"/>
                </a:solidFill>
              </a:defRPr>
            </a:pPr>
            <a:r>
              <a:rPr sz="825">
                <a:solidFill>
                  <a:srgbClr val="16201A"/>
                </a:solidFill>
              </a:rPr>
              <a:t>TBC</a:t>
            </a:r>
          </a:p>
        </p:txBody>
      </p:sp>
      <p:sp>
        <p:nvSpPr>
          <p:cNvPr id="33" name="budget-row-1-1">
            <a:extLst xmlns:a="http://schemas.openxmlformats.org/drawingml/2006/main">
              <a:ext uri="{FF2B5EF4-FFF2-40B4-BE49-F238E27FC236}">
                <a16:creationId xmlns:a16="http://schemas.microsoft.com/office/drawing/2014/main" id="{1E212E06-AEBC-49F2-AE20-9B1C98565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133725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4" name="budget-border-1-1">
            <a:extLst xmlns:a="http://schemas.openxmlformats.org/drawingml/2006/main">
              <a:ext uri="{FF2B5EF4-FFF2-40B4-BE49-F238E27FC236}">
                <a16:creationId xmlns:a16="http://schemas.microsoft.com/office/drawing/2014/main" id="{3AA78016-B257-4475-9240-7E803AF0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133725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35" name="budget-text-1-1">
            <a:extLst xmlns:a="http://schemas.openxmlformats.org/drawingml/2006/main">
              <a:ext uri="{FF2B5EF4-FFF2-40B4-BE49-F238E27FC236}">
                <a16:creationId xmlns:a16="http://schemas.microsoft.com/office/drawing/2014/main" id="{B8696DBF-B8F2-4F0B-8D49-576C3DC2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305175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6201A"/>
                </a:solidFill>
              </a:defRPr>
            </a:pPr>
            <a:r>
              <a:rPr sz="825">
                <a:solidFill>
                  <a:srgbClr val="16201A"/>
                </a:solidFill>
              </a:rPr>
              <a:t>TBC</a:t>
            </a:r>
          </a:p>
        </p:txBody>
      </p:sp>
      <p:sp>
        <p:nvSpPr>
          <p:cNvPr id="36" name="budget-row-1-2">
            <a:extLst xmlns:a="http://schemas.openxmlformats.org/drawingml/2006/main">
              <a:ext uri="{FF2B5EF4-FFF2-40B4-BE49-F238E27FC236}">
                <a16:creationId xmlns:a16="http://schemas.microsoft.com/office/drawing/2014/main" id="{1F865C62-AA3E-4069-B9EE-2BFCECB6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133725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7" name="budget-border-1-2">
            <a:extLst xmlns:a="http://schemas.openxmlformats.org/drawingml/2006/main">
              <a:ext uri="{FF2B5EF4-FFF2-40B4-BE49-F238E27FC236}">
                <a16:creationId xmlns:a16="http://schemas.microsoft.com/office/drawing/2014/main" id="{9B0C11DC-8249-4AAB-A47E-665EFA7C9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133725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38" name="budget-text-1-2">
            <a:extLst xmlns:a="http://schemas.openxmlformats.org/drawingml/2006/main">
              <a:ext uri="{FF2B5EF4-FFF2-40B4-BE49-F238E27FC236}">
                <a16:creationId xmlns:a16="http://schemas.microsoft.com/office/drawing/2014/main" id="{9A22BAFF-DD77-438F-ADDA-80E9FB57B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30517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6201A"/>
                </a:solidFill>
              </a:defRPr>
            </a:pPr>
            <a:r>
              <a:rPr sz="825">
                <a:solidFill>
                  <a:srgbClr val="16201A"/>
                </a:solidFill>
              </a:rPr>
              <a:t>TBC</a:t>
            </a:r>
          </a:p>
        </p:txBody>
      </p:sp>
      <p:sp>
        <p:nvSpPr>
          <p:cNvPr id="39" name="budget-row-1-3">
            <a:extLst xmlns:a="http://schemas.openxmlformats.org/drawingml/2006/main">
              <a:ext uri="{FF2B5EF4-FFF2-40B4-BE49-F238E27FC236}">
                <a16:creationId xmlns:a16="http://schemas.microsoft.com/office/drawing/2014/main" id="{6AAE6F3D-0295-4657-B380-3E0925BC2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33725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0" name="budget-border-1-3">
            <a:extLst xmlns:a="http://schemas.openxmlformats.org/drawingml/2006/main">
              <a:ext uri="{FF2B5EF4-FFF2-40B4-BE49-F238E27FC236}">
                <a16:creationId xmlns:a16="http://schemas.microsoft.com/office/drawing/2014/main" id="{83094B3A-695F-47AD-9CE5-775F481BF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33725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41" name="budget-text-1-3">
            <a:extLst xmlns:a="http://schemas.openxmlformats.org/drawingml/2006/main">
              <a:ext uri="{FF2B5EF4-FFF2-40B4-BE49-F238E27FC236}">
                <a16:creationId xmlns:a16="http://schemas.microsoft.com/office/drawing/2014/main" id="{C0A0F573-9DC5-48D8-A297-7862CAF65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305175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6201A"/>
                </a:solidFill>
              </a:defRPr>
            </a:pPr>
            <a:r>
              <a:rPr sz="825">
                <a:solidFill>
                  <a:srgbClr val="16201A"/>
                </a:solidFill>
              </a:rPr>
              <a:t>TBC</a:t>
            </a:r>
          </a:p>
        </p:txBody>
      </p:sp>
      <p:sp>
        <p:nvSpPr>
          <p:cNvPr id="42" name="budget-row-1-4">
            <a:extLst xmlns:a="http://schemas.openxmlformats.org/drawingml/2006/main">
              <a:ext uri="{FF2B5EF4-FFF2-40B4-BE49-F238E27FC236}">
                <a16:creationId xmlns:a16="http://schemas.microsoft.com/office/drawing/2014/main" id="{60878092-B0B2-4FB7-A170-72FC8713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133725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3" name="budget-border-1-4">
            <a:extLst xmlns:a="http://schemas.openxmlformats.org/drawingml/2006/main">
              <a:ext uri="{FF2B5EF4-FFF2-40B4-BE49-F238E27FC236}">
                <a16:creationId xmlns:a16="http://schemas.microsoft.com/office/drawing/2014/main" id="{2BB3A03A-3977-4DB6-B7C7-E13091DB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133725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44" name="budget-text-1-4">
            <a:extLst xmlns:a="http://schemas.openxmlformats.org/drawingml/2006/main">
              <a:ext uri="{FF2B5EF4-FFF2-40B4-BE49-F238E27FC236}">
                <a16:creationId xmlns:a16="http://schemas.microsoft.com/office/drawing/2014/main" id="{8BD80356-8374-477F-8C29-1A5E5EC6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30517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6201A"/>
                </a:solidFill>
              </a:defRPr>
            </a:pPr>
            <a:r>
              <a:rPr sz="825">
                <a:solidFill>
                  <a:srgbClr val="16201A"/>
                </a:solidFill>
              </a:rPr>
              <a:t>TBC</a:t>
            </a:r>
          </a:p>
        </p:txBody>
      </p:sp>
      <p:sp>
        <p:nvSpPr>
          <p:cNvPr id="45" name="budget-row-2-0">
            <a:extLst xmlns:a="http://schemas.openxmlformats.org/drawingml/2006/main">
              <a:ext uri="{FF2B5EF4-FFF2-40B4-BE49-F238E27FC236}">
                <a16:creationId xmlns:a16="http://schemas.microsoft.com/office/drawing/2014/main" id="{E242315B-0215-4045-B0A8-C3BCBC76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48075"/>
            <a:ext cx="152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CD2"/>
          </a:solidFill>
          <a:ln xmlns:a="http://schemas.openxmlformats.org/drawingml/2006/main" w="0">
            <a:solidFill>
              <a:srgbClr val="F6ECD2"/>
            </a:solidFill>
            <a:prstDash val="solid"/>
          </a:ln>
        </p:spPr>
      </p:sp>
      <p:sp>
        <p:nvSpPr>
          <p:cNvPr id="46" name="budget-border-2-0">
            <a:extLst xmlns:a="http://schemas.openxmlformats.org/drawingml/2006/main">
              <a:ext uri="{FF2B5EF4-FFF2-40B4-BE49-F238E27FC236}">
                <a16:creationId xmlns:a16="http://schemas.microsoft.com/office/drawing/2014/main" id="{4B46C6ED-298E-4217-B62C-AD38C0FD4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48075"/>
            <a:ext cx="152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47" name="budget-text-2-0">
            <a:extLst xmlns:a="http://schemas.openxmlformats.org/drawingml/2006/main">
              <a:ext uri="{FF2B5EF4-FFF2-40B4-BE49-F238E27FC236}">
                <a16:creationId xmlns:a16="http://schemas.microsoft.com/office/drawing/2014/main" id="{FAC439B0-CF4A-46FF-9EC5-5D818E6F5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9525"/>
            <a:ext cx="133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6201A"/>
                </a:solidFill>
              </a:defRPr>
            </a:pPr>
            <a:r>
              <a:rPr sz="825">
                <a:solidFill>
                  <a:srgbClr val="16201A"/>
                </a:solidFill>
              </a:rPr>
              <a:t>TBC</a:t>
            </a:r>
          </a:p>
        </p:txBody>
      </p:sp>
      <p:sp>
        <p:nvSpPr>
          <p:cNvPr id="48" name="budget-row-2-1">
            <a:extLst xmlns:a="http://schemas.openxmlformats.org/drawingml/2006/main">
              <a:ext uri="{FF2B5EF4-FFF2-40B4-BE49-F238E27FC236}">
                <a16:creationId xmlns:a16="http://schemas.microsoft.com/office/drawing/2014/main" id="{13426305-E8DF-408F-A933-CD1C8D6A3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648075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CD2"/>
          </a:solidFill>
          <a:ln xmlns:a="http://schemas.openxmlformats.org/drawingml/2006/main" w="0">
            <a:solidFill>
              <a:srgbClr val="F6ECD2"/>
            </a:solidFill>
            <a:prstDash val="solid"/>
          </a:ln>
        </p:spPr>
      </p:sp>
      <p:sp>
        <p:nvSpPr>
          <p:cNvPr id="49" name="budget-border-2-1">
            <a:extLst xmlns:a="http://schemas.openxmlformats.org/drawingml/2006/main">
              <a:ext uri="{FF2B5EF4-FFF2-40B4-BE49-F238E27FC236}">
                <a16:creationId xmlns:a16="http://schemas.microsoft.com/office/drawing/2014/main" id="{9C0C402B-4C46-48DB-B31F-CD1FC6B96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648075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50" name="budget-text-2-1">
            <a:extLst xmlns:a="http://schemas.openxmlformats.org/drawingml/2006/main">
              <a:ext uri="{FF2B5EF4-FFF2-40B4-BE49-F238E27FC236}">
                <a16:creationId xmlns:a16="http://schemas.microsoft.com/office/drawing/2014/main" id="{31931F19-83BD-40EC-96E0-E756D9E2E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819525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6201A"/>
                </a:solidFill>
              </a:defRPr>
            </a:pPr>
            <a:r>
              <a:rPr sz="825">
                <a:solidFill>
                  <a:srgbClr val="16201A"/>
                </a:solidFill>
              </a:rPr>
              <a:t>TBC</a:t>
            </a:r>
          </a:p>
        </p:txBody>
      </p:sp>
      <p:sp>
        <p:nvSpPr>
          <p:cNvPr id="51" name="budget-row-2-2">
            <a:extLst xmlns:a="http://schemas.openxmlformats.org/drawingml/2006/main">
              <a:ext uri="{FF2B5EF4-FFF2-40B4-BE49-F238E27FC236}">
                <a16:creationId xmlns:a16="http://schemas.microsoft.com/office/drawing/2014/main" id="{D739BBE0-AEBE-4497-B004-29AACAC80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648075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CD2"/>
          </a:solidFill>
          <a:ln xmlns:a="http://schemas.openxmlformats.org/drawingml/2006/main" w="0">
            <a:solidFill>
              <a:srgbClr val="F6ECD2"/>
            </a:solidFill>
            <a:prstDash val="solid"/>
          </a:ln>
        </p:spPr>
      </p:sp>
      <p:sp>
        <p:nvSpPr>
          <p:cNvPr id="52" name="budget-border-2-2">
            <a:extLst xmlns:a="http://schemas.openxmlformats.org/drawingml/2006/main">
              <a:ext uri="{FF2B5EF4-FFF2-40B4-BE49-F238E27FC236}">
                <a16:creationId xmlns:a16="http://schemas.microsoft.com/office/drawing/2014/main" id="{3958AA73-1773-4970-B6D9-147B97F3D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648075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53" name="budget-text-2-2">
            <a:extLst xmlns:a="http://schemas.openxmlformats.org/drawingml/2006/main">
              <a:ext uri="{FF2B5EF4-FFF2-40B4-BE49-F238E27FC236}">
                <a16:creationId xmlns:a16="http://schemas.microsoft.com/office/drawing/2014/main" id="{521AA380-9EDC-474D-A376-0A299D50D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81952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6201A"/>
                </a:solidFill>
              </a:defRPr>
            </a:pPr>
            <a:r>
              <a:rPr sz="825">
                <a:solidFill>
                  <a:srgbClr val="16201A"/>
                </a:solidFill>
              </a:rPr>
              <a:t>TBC</a:t>
            </a:r>
          </a:p>
        </p:txBody>
      </p:sp>
      <p:sp>
        <p:nvSpPr>
          <p:cNvPr id="54" name="budget-row-2-3">
            <a:extLst xmlns:a="http://schemas.openxmlformats.org/drawingml/2006/main">
              <a:ext uri="{FF2B5EF4-FFF2-40B4-BE49-F238E27FC236}">
                <a16:creationId xmlns:a16="http://schemas.microsoft.com/office/drawing/2014/main" id="{101F8B4F-0EDE-4137-8E44-6808209F6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48075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CD2"/>
          </a:solidFill>
          <a:ln xmlns:a="http://schemas.openxmlformats.org/drawingml/2006/main" w="0">
            <a:solidFill>
              <a:srgbClr val="F6ECD2"/>
            </a:solidFill>
            <a:prstDash val="solid"/>
          </a:ln>
        </p:spPr>
      </p:sp>
      <p:sp>
        <p:nvSpPr>
          <p:cNvPr id="55" name="budget-border-2-3">
            <a:extLst xmlns:a="http://schemas.openxmlformats.org/drawingml/2006/main">
              <a:ext uri="{FF2B5EF4-FFF2-40B4-BE49-F238E27FC236}">
                <a16:creationId xmlns:a16="http://schemas.microsoft.com/office/drawing/2014/main" id="{711555B9-A15C-41AC-9A5E-D1AF25CDB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48075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56" name="budget-text-2-3">
            <a:extLst xmlns:a="http://schemas.openxmlformats.org/drawingml/2006/main">
              <a:ext uri="{FF2B5EF4-FFF2-40B4-BE49-F238E27FC236}">
                <a16:creationId xmlns:a16="http://schemas.microsoft.com/office/drawing/2014/main" id="{5AE4D083-7B4C-4780-9303-83CC35D01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819525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6201A"/>
                </a:solidFill>
              </a:defRPr>
            </a:pPr>
            <a:r>
              <a:rPr sz="825">
                <a:solidFill>
                  <a:srgbClr val="16201A"/>
                </a:solidFill>
              </a:rPr>
              <a:t>TBC</a:t>
            </a:r>
          </a:p>
        </p:txBody>
      </p:sp>
      <p:sp>
        <p:nvSpPr>
          <p:cNvPr id="57" name="budget-row-2-4">
            <a:extLst xmlns:a="http://schemas.openxmlformats.org/drawingml/2006/main">
              <a:ext uri="{FF2B5EF4-FFF2-40B4-BE49-F238E27FC236}">
                <a16:creationId xmlns:a16="http://schemas.microsoft.com/office/drawing/2014/main" id="{8B84ECF4-8547-4856-84FA-BAB862DC0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48075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CD2"/>
          </a:solidFill>
          <a:ln xmlns:a="http://schemas.openxmlformats.org/drawingml/2006/main" w="0">
            <a:solidFill>
              <a:srgbClr val="F6ECD2"/>
            </a:solidFill>
            <a:prstDash val="solid"/>
          </a:ln>
        </p:spPr>
      </p:sp>
      <p:sp>
        <p:nvSpPr>
          <p:cNvPr id="58" name="budget-border-2-4">
            <a:extLst xmlns:a="http://schemas.openxmlformats.org/drawingml/2006/main">
              <a:ext uri="{FF2B5EF4-FFF2-40B4-BE49-F238E27FC236}">
                <a16:creationId xmlns:a16="http://schemas.microsoft.com/office/drawing/2014/main" id="{A509AAA3-CCF3-4217-ACA9-FA2F1D9B6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48075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59" name="budget-text-2-4">
            <a:extLst xmlns:a="http://schemas.openxmlformats.org/drawingml/2006/main">
              <a:ext uri="{FF2B5EF4-FFF2-40B4-BE49-F238E27FC236}">
                <a16:creationId xmlns:a16="http://schemas.microsoft.com/office/drawing/2014/main" id="{63536EC3-7254-4576-BD3F-2C44DD97D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81952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6201A"/>
                </a:solidFill>
              </a:defRPr>
            </a:pPr>
            <a:r>
              <a:rPr sz="825">
                <a:solidFill>
                  <a:srgbClr val="16201A"/>
                </a:solidFill>
              </a:rPr>
              <a:t>TBC</a:t>
            </a:r>
          </a:p>
        </p:txBody>
      </p:sp>
      <p:sp>
        <p:nvSpPr>
          <p:cNvPr id="60" name="budget-row-3-0">
            <a:extLst xmlns:a="http://schemas.openxmlformats.org/drawingml/2006/main">
              <a:ext uri="{FF2B5EF4-FFF2-40B4-BE49-F238E27FC236}">
                <a16:creationId xmlns:a16="http://schemas.microsoft.com/office/drawing/2014/main" id="{1116BF3A-A480-41DB-9E9E-1E5FB4986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152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1" name="budget-border-3-0">
            <a:extLst xmlns:a="http://schemas.openxmlformats.org/drawingml/2006/main">
              <a:ext uri="{FF2B5EF4-FFF2-40B4-BE49-F238E27FC236}">
                <a16:creationId xmlns:a16="http://schemas.microsoft.com/office/drawing/2014/main" id="{633B41AB-97E9-4B40-82D7-3CA5968D1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152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62" name="budget-text-3-0">
            <a:extLst xmlns:a="http://schemas.openxmlformats.org/drawingml/2006/main">
              <a:ext uri="{FF2B5EF4-FFF2-40B4-BE49-F238E27FC236}">
                <a16:creationId xmlns:a16="http://schemas.microsoft.com/office/drawing/2014/main" id="{62ED5CB9-6CCF-48B6-8EA2-87F1B6606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33875"/>
            <a:ext cx="133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6201A"/>
                </a:solidFill>
              </a:defRPr>
            </a:pPr>
            <a:r>
              <a:rPr sz="825">
                <a:solidFill>
                  <a:srgbClr val="16201A"/>
                </a:solidFill>
              </a:rPr>
              <a:t>TBC</a:t>
            </a:r>
          </a:p>
        </p:txBody>
      </p:sp>
      <p:sp>
        <p:nvSpPr>
          <p:cNvPr id="63" name="budget-row-3-1">
            <a:extLst xmlns:a="http://schemas.openxmlformats.org/drawingml/2006/main">
              <a:ext uri="{FF2B5EF4-FFF2-40B4-BE49-F238E27FC236}">
                <a16:creationId xmlns:a16="http://schemas.microsoft.com/office/drawing/2014/main" id="{A750E088-8083-4131-8F38-48EAF0A4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162425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4" name="budget-border-3-1">
            <a:extLst xmlns:a="http://schemas.openxmlformats.org/drawingml/2006/main">
              <a:ext uri="{FF2B5EF4-FFF2-40B4-BE49-F238E27FC236}">
                <a16:creationId xmlns:a16="http://schemas.microsoft.com/office/drawing/2014/main" id="{2691E301-13C6-4D41-A7BA-EC54DCD5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162425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65" name="budget-text-3-1">
            <a:extLst xmlns:a="http://schemas.openxmlformats.org/drawingml/2006/main">
              <a:ext uri="{FF2B5EF4-FFF2-40B4-BE49-F238E27FC236}">
                <a16:creationId xmlns:a16="http://schemas.microsoft.com/office/drawing/2014/main" id="{DD602A74-D845-4B26-BD86-B150B615E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333875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6201A"/>
                </a:solidFill>
              </a:defRPr>
            </a:pPr>
            <a:r>
              <a:rPr sz="825">
                <a:solidFill>
                  <a:srgbClr val="16201A"/>
                </a:solidFill>
              </a:rPr>
              <a:t>TBC</a:t>
            </a:r>
          </a:p>
        </p:txBody>
      </p:sp>
      <p:sp>
        <p:nvSpPr>
          <p:cNvPr id="66" name="budget-row-3-2">
            <a:extLst xmlns:a="http://schemas.openxmlformats.org/drawingml/2006/main">
              <a:ext uri="{FF2B5EF4-FFF2-40B4-BE49-F238E27FC236}">
                <a16:creationId xmlns:a16="http://schemas.microsoft.com/office/drawing/2014/main" id="{DEB719B9-73BD-4096-8F78-179419A53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162425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7" name="budget-border-3-2">
            <a:extLst xmlns:a="http://schemas.openxmlformats.org/drawingml/2006/main">
              <a:ext uri="{FF2B5EF4-FFF2-40B4-BE49-F238E27FC236}">
                <a16:creationId xmlns:a16="http://schemas.microsoft.com/office/drawing/2014/main" id="{B2D93E73-7DC3-423A-86B5-CA08B28F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162425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68" name="budget-text-3-2">
            <a:extLst xmlns:a="http://schemas.openxmlformats.org/drawingml/2006/main">
              <a:ext uri="{FF2B5EF4-FFF2-40B4-BE49-F238E27FC236}">
                <a16:creationId xmlns:a16="http://schemas.microsoft.com/office/drawing/2014/main" id="{80C26505-BE1A-4BAB-B6DA-920E4DBEC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33387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6201A"/>
                </a:solidFill>
              </a:defRPr>
            </a:pPr>
            <a:r>
              <a:rPr sz="825">
                <a:solidFill>
                  <a:srgbClr val="16201A"/>
                </a:solidFill>
              </a:rPr>
              <a:t>TBC</a:t>
            </a:r>
          </a:p>
        </p:txBody>
      </p:sp>
      <p:sp>
        <p:nvSpPr>
          <p:cNvPr id="69" name="budget-row-3-3">
            <a:extLst xmlns:a="http://schemas.openxmlformats.org/drawingml/2006/main">
              <a:ext uri="{FF2B5EF4-FFF2-40B4-BE49-F238E27FC236}">
                <a16:creationId xmlns:a16="http://schemas.microsoft.com/office/drawing/2014/main" id="{A77F9FFC-96A7-492D-96AD-DF2C1AD6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162425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0" name="budget-border-3-3">
            <a:extLst xmlns:a="http://schemas.openxmlformats.org/drawingml/2006/main">
              <a:ext uri="{FF2B5EF4-FFF2-40B4-BE49-F238E27FC236}">
                <a16:creationId xmlns:a16="http://schemas.microsoft.com/office/drawing/2014/main" id="{F768DF7B-B533-461D-B124-673B8A06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162425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71" name="budget-text-3-3">
            <a:extLst xmlns:a="http://schemas.openxmlformats.org/drawingml/2006/main">
              <a:ext uri="{FF2B5EF4-FFF2-40B4-BE49-F238E27FC236}">
                <a16:creationId xmlns:a16="http://schemas.microsoft.com/office/drawing/2014/main" id="{51DBEBBA-8DCD-4897-B68E-54F0C978A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333875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6201A"/>
                </a:solidFill>
              </a:defRPr>
            </a:pPr>
            <a:r>
              <a:rPr sz="825">
                <a:solidFill>
                  <a:srgbClr val="16201A"/>
                </a:solidFill>
              </a:rPr>
              <a:t>TBC</a:t>
            </a:r>
          </a:p>
        </p:txBody>
      </p:sp>
      <p:sp>
        <p:nvSpPr>
          <p:cNvPr id="72" name="budget-row-3-4">
            <a:extLst xmlns:a="http://schemas.openxmlformats.org/drawingml/2006/main">
              <a:ext uri="{FF2B5EF4-FFF2-40B4-BE49-F238E27FC236}">
                <a16:creationId xmlns:a16="http://schemas.microsoft.com/office/drawing/2014/main" id="{38B28F41-4833-4FB1-A6E4-913096BDA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162425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3" name="budget-border-3-4">
            <a:extLst xmlns:a="http://schemas.openxmlformats.org/drawingml/2006/main">
              <a:ext uri="{FF2B5EF4-FFF2-40B4-BE49-F238E27FC236}">
                <a16:creationId xmlns:a16="http://schemas.microsoft.com/office/drawing/2014/main" id="{24F1D7D4-7497-435D-BC0D-BC5E8BCA8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162425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74" name="budget-text-3-4">
            <a:extLst xmlns:a="http://schemas.openxmlformats.org/drawingml/2006/main">
              <a:ext uri="{FF2B5EF4-FFF2-40B4-BE49-F238E27FC236}">
                <a16:creationId xmlns:a16="http://schemas.microsoft.com/office/drawing/2014/main" id="{705B1CA1-DF91-4EFE-9609-E2F54FE1E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33387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6201A"/>
                </a:solidFill>
              </a:defRPr>
            </a:pPr>
            <a:r>
              <a:rPr sz="825">
                <a:solidFill>
                  <a:srgbClr val="16201A"/>
                </a:solidFill>
              </a:rPr>
              <a:t>TBC</a:t>
            </a:r>
          </a:p>
        </p:txBody>
      </p:sp>
      <p:sp>
        <p:nvSpPr>
          <p:cNvPr id="75" name="budget-insight">
            <a:extLst xmlns:a="http://schemas.openxmlformats.org/drawingml/2006/main">
              <a:ext uri="{FF2B5EF4-FFF2-40B4-BE49-F238E27FC236}">
                <a16:creationId xmlns:a16="http://schemas.microsoft.com/office/drawing/2014/main" id="{5FEA2AEE-72CD-4B7E-8A7F-B2E3F2B1B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0125"/>
            <a:ext cx="10477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093F2E"/>
          </a:solidFill>
          <a:ln xmlns:a="http://schemas.openxmlformats.org/drawingml/2006/main" w="9525">
            <a:solidFill>
              <a:srgbClr val="093F2E"/>
            </a:solidFill>
            <a:prstDash val="solid"/>
          </a:ln>
        </p:spPr>
      </p:sp>
      <p:sp>
        <p:nvSpPr>
          <p:cNvPr id="76" name="budget-insight-text">
            <a:extLst xmlns:a="http://schemas.openxmlformats.org/drawingml/2006/main">
              <a:ext uri="{FF2B5EF4-FFF2-40B4-BE49-F238E27FC236}">
                <a16:creationId xmlns:a16="http://schemas.microsoft.com/office/drawing/2014/main" id="{2C888360-2E61-4B6B-9142-D8EFB1492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67300"/>
            <a:ext cx="9867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Conclusion strip: state the budget logic, trade-off, and pending assumptions here.</a:t>
            </a:r>
          </a:p>
        </p:txBody>
      </p:sp>
      <p:sp>
        <p:nvSpPr>
          <p:cNvPr id="77" name="footer-line-9">
            <a:extLst xmlns:a="http://schemas.openxmlformats.org/drawingml/2006/main">
              <a:ext uri="{FF2B5EF4-FFF2-40B4-BE49-F238E27FC236}">
                <a16:creationId xmlns:a16="http://schemas.microsoft.com/office/drawing/2014/main" id="{B722F2EF-5E8B-4D77-BCEB-129828BDD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627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78" name="footer-9">
            <a:extLst xmlns:a="http://schemas.openxmlformats.org/drawingml/2006/main">
              <a:ext uri="{FF2B5EF4-FFF2-40B4-BE49-F238E27FC236}">
                <a16:creationId xmlns:a16="http://schemas.microsoft.com/office/drawing/2014/main" id="{2C78C3D4-474F-46A8-86DB-3E8C0D71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D746A"/>
                </a:solidFill>
              </a:defRPr>
            </a:pPr>
            <a:r>
              <a:rPr sz="675">
                <a:solidFill>
                  <a:srgbClr val="6D746A"/>
                </a:solidFill>
              </a:rPr>
              <a:t>Proposal template | Replace with client/project footer</a:t>
            </a:r>
          </a:p>
        </p:txBody>
      </p:sp>
    </p:spTree>
    <p:extLst>
      <p:ext uri="{BB962C8B-B14F-4D97-AF65-F5344CB8AC3E}">
        <p14:creationId xmlns:p14="http://schemas.microsoft.com/office/powerpoint/2010/main" val="85636172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10">
            <a:extLst xmlns:a="http://schemas.openxmlformats.org/drawingml/2006/main">
              <a:ext uri="{FF2B5EF4-FFF2-40B4-BE49-F238E27FC236}">
                <a16:creationId xmlns:a16="http://schemas.microsoft.com/office/drawing/2014/main" id="{EA0F95F6-ABD6-4AD6-9C3F-BDB73A5B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E6B2F"/>
                </a:solidFill>
              </a:defRPr>
            </a:pPr>
            <a:r>
              <a:rPr sz="825" b="1">
                <a:solidFill>
                  <a:srgbClr val="8E6B2F"/>
                </a:solidFill>
              </a:rPr>
              <a:t>RISK CONTROL</a:t>
            </a:r>
          </a:p>
        </p:txBody>
      </p:sp>
      <p:sp>
        <p:nvSpPr>
          <p:cNvPr id="2" name="page-10">
            <a:extLst xmlns:a="http://schemas.openxmlformats.org/drawingml/2006/main">
              <a:ext uri="{FF2B5EF4-FFF2-40B4-BE49-F238E27FC236}">
                <a16:creationId xmlns:a16="http://schemas.microsoft.com/office/drawing/2014/main" id="{9416E1F5-0C73-4A26-8E59-56E3BA43A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2857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D746A"/>
                </a:solidFill>
              </a:defRPr>
            </a:pPr>
            <a:r>
              <a:rPr sz="825" b="1">
                <a:solidFill>
                  <a:srgbClr val="6D746A"/>
                </a:solidFill>
              </a:rPr>
              <a:t>10</a:t>
            </a:r>
          </a:p>
        </p:txBody>
      </p:sp>
      <p:sp>
        <p:nvSpPr>
          <p:cNvPr id="3" name="title-10">
            <a:extLst xmlns:a="http://schemas.openxmlformats.org/drawingml/2006/main">
              <a:ext uri="{FF2B5EF4-FFF2-40B4-BE49-F238E27FC236}">
                <a16:creationId xmlns:a16="http://schemas.microsoft.com/office/drawing/2014/main" id="{E5E7A332-6142-4E42-8777-3AB67D0FC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57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6201A"/>
                </a:solidFill>
              </a:defRPr>
            </a:pPr>
            <a:r>
              <a:rPr sz="2625" b="1">
                <a:solidFill>
                  <a:srgbClr val="16201A"/>
                </a:solidFill>
              </a:rPr>
              <a:t>Turn uncertainty into managed action</a:t>
            </a:r>
          </a:p>
        </p:txBody>
      </p:sp>
      <p:sp>
        <p:nvSpPr>
          <p:cNvPr id="4" name="subtitle-10">
            <a:extLst xmlns:a="http://schemas.openxmlformats.org/drawingml/2006/main">
              <a:ext uri="{FF2B5EF4-FFF2-40B4-BE49-F238E27FC236}">
                <a16:creationId xmlns:a16="http://schemas.microsoft.com/office/drawing/2014/main" id="{C63881B5-33A3-421D-A3A1-36C5D6F8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790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D746A"/>
                </a:solidFill>
              </a:defRPr>
            </a:pPr>
            <a:r>
              <a:rPr sz="1275">
                <a:solidFill>
                  <a:srgbClr val="6D746A"/>
                </a:solidFill>
              </a:rPr>
              <a:t>Every risk needs a trigger, owner, and response.</a:t>
            </a:r>
          </a:p>
        </p:txBody>
      </p:sp>
      <p:sp>
        <p:nvSpPr>
          <p:cNvPr id="5" name="risk-head-0">
            <a:extLst xmlns:a="http://schemas.openxmlformats.org/drawingml/2006/main">
              <a:ext uri="{FF2B5EF4-FFF2-40B4-BE49-F238E27FC236}">
                <a16:creationId xmlns:a16="http://schemas.microsoft.com/office/drawing/2014/main" id="{F7DCB8BA-27F6-4319-B07C-DB76A38C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86000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4E3B"/>
          </a:solidFill>
          <a:ln xmlns:a="http://schemas.openxmlformats.org/drawingml/2006/main" w="0">
            <a:solidFill>
              <a:srgbClr val="B94E3B"/>
            </a:solidFill>
            <a:prstDash val="solid"/>
          </a:ln>
        </p:spPr>
      </p:sp>
      <p:sp>
        <p:nvSpPr>
          <p:cNvPr id="6" name="risk-head-text-0">
            <a:extLst xmlns:a="http://schemas.openxmlformats.org/drawingml/2006/main">
              <a:ext uri="{FF2B5EF4-FFF2-40B4-BE49-F238E27FC236}">
                <a16:creationId xmlns:a16="http://schemas.microsoft.com/office/drawing/2014/main" id="{44FE8A0F-AA92-4EEB-A1C0-E4699BA0A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400300"/>
            <a:ext cx="2305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Risk</a:t>
            </a:r>
          </a:p>
        </p:txBody>
      </p:sp>
      <p:sp>
        <p:nvSpPr>
          <p:cNvPr id="7" name="risk-head-1">
            <a:extLst xmlns:a="http://schemas.openxmlformats.org/drawingml/2006/main">
              <a:ext uri="{FF2B5EF4-FFF2-40B4-BE49-F238E27FC236}">
                <a16:creationId xmlns:a16="http://schemas.microsoft.com/office/drawing/2014/main" id="{D20415A3-DC60-451D-BB0F-7487DD6FA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860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6B2F"/>
          </a:solidFill>
          <a:ln xmlns:a="http://schemas.openxmlformats.org/drawingml/2006/main" w="0">
            <a:solidFill>
              <a:srgbClr val="8E6B2F"/>
            </a:solidFill>
            <a:prstDash val="solid"/>
          </a:ln>
        </p:spPr>
      </p:sp>
      <p:sp>
        <p:nvSpPr>
          <p:cNvPr id="8" name="risk-head-text-1">
            <a:extLst xmlns:a="http://schemas.openxmlformats.org/drawingml/2006/main">
              <a:ext uri="{FF2B5EF4-FFF2-40B4-BE49-F238E27FC236}">
                <a16:creationId xmlns:a16="http://schemas.microsoft.com/office/drawing/2014/main" id="{0B5E76E7-1080-490D-94D5-91E7A39F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400300"/>
            <a:ext cx="2114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Trigger</a:t>
            </a:r>
          </a:p>
        </p:txBody>
      </p:sp>
      <p:sp>
        <p:nvSpPr>
          <p:cNvPr id="9" name="risk-head-2">
            <a:extLst xmlns:a="http://schemas.openxmlformats.org/drawingml/2006/main">
              <a:ext uri="{FF2B5EF4-FFF2-40B4-BE49-F238E27FC236}">
                <a16:creationId xmlns:a16="http://schemas.microsoft.com/office/drawing/2014/main" id="{C7C06315-5EFE-4D29-B9F5-CF77D0DEB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286000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5E43"/>
          </a:solidFill>
          <a:ln xmlns:a="http://schemas.openxmlformats.org/drawingml/2006/main" w="0">
            <a:solidFill>
              <a:srgbClr val="0E5E43"/>
            </a:solidFill>
            <a:prstDash val="solid"/>
          </a:ln>
        </p:spPr>
      </p:sp>
      <p:sp>
        <p:nvSpPr>
          <p:cNvPr id="10" name="risk-head-text-2">
            <a:extLst xmlns:a="http://schemas.openxmlformats.org/drawingml/2006/main">
              <a:ext uri="{FF2B5EF4-FFF2-40B4-BE49-F238E27FC236}">
                <a16:creationId xmlns:a16="http://schemas.microsoft.com/office/drawing/2014/main" id="{E9CBC92C-1FB8-4223-A1CE-22A401AA1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400300"/>
            <a:ext cx="2590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Response</a:t>
            </a:r>
          </a:p>
        </p:txBody>
      </p:sp>
      <p:sp>
        <p:nvSpPr>
          <p:cNvPr id="11" name="risk-head-3">
            <a:extLst xmlns:a="http://schemas.openxmlformats.org/drawingml/2006/main">
              <a:ext uri="{FF2B5EF4-FFF2-40B4-BE49-F238E27FC236}">
                <a16:creationId xmlns:a16="http://schemas.microsoft.com/office/drawing/2014/main" id="{F7961E22-6D96-4956-BE7B-8091ABD07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28600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3A5"/>
          </a:solidFill>
          <a:ln xmlns:a="http://schemas.openxmlformats.org/drawingml/2006/main" w="0">
            <a:solidFill>
              <a:srgbClr val="3D83A5"/>
            </a:solidFill>
            <a:prstDash val="solid"/>
          </a:ln>
        </p:spPr>
      </p:sp>
      <p:sp>
        <p:nvSpPr>
          <p:cNvPr id="12" name="risk-head-text-3">
            <a:extLst xmlns:a="http://schemas.openxmlformats.org/drawingml/2006/main">
              <a:ext uri="{FF2B5EF4-FFF2-40B4-BE49-F238E27FC236}">
                <a16:creationId xmlns:a16="http://schemas.microsoft.com/office/drawing/2014/main" id="{EEEC873F-4B95-4ADC-AD88-11970F1F2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00300"/>
            <a:ext cx="1828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Owner</a:t>
            </a:r>
          </a:p>
        </p:txBody>
      </p:sp>
      <p:sp>
        <p:nvSpPr>
          <p:cNvPr id="13" name="risk-cell-0-0">
            <a:extLst xmlns:a="http://schemas.openxmlformats.org/drawingml/2006/main">
              <a:ext uri="{FF2B5EF4-FFF2-40B4-BE49-F238E27FC236}">
                <a16:creationId xmlns:a16="http://schemas.microsoft.com/office/drawing/2014/main" id="{567A9F2A-6AFC-4AFE-BC42-1A84FDDF1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86050"/>
            <a:ext cx="2571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CD2"/>
          </a:solidFill>
          <a:ln xmlns:a="http://schemas.openxmlformats.org/drawingml/2006/main" w="0">
            <a:solidFill>
              <a:srgbClr val="F6ECD2"/>
            </a:solidFill>
            <a:prstDash val="solid"/>
          </a:ln>
        </p:spPr>
      </p:sp>
      <p:sp>
        <p:nvSpPr>
          <p:cNvPr id="14" name="risk-border-0-0">
            <a:extLst xmlns:a="http://schemas.openxmlformats.org/drawingml/2006/main">
              <a:ext uri="{FF2B5EF4-FFF2-40B4-BE49-F238E27FC236}">
                <a16:creationId xmlns:a16="http://schemas.microsoft.com/office/drawing/2014/main" id="{8CB3FC91-8FB2-49A3-9A26-A58CA57A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86050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15" name="risk-text-0-0">
            <a:extLst xmlns:a="http://schemas.openxmlformats.org/drawingml/2006/main">
              <a:ext uri="{FF2B5EF4-FFF2-40B4-BE49-F238E27FC236}">
                <a16:creationId xmlns:a16="http://schemas.microsoft.com/office/drawing/2014/main" id="{3D320C4B-1616-4A23-BBC5-3E355671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33700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B94E3B"/>
                </a:solidFill>
              </a:defRPr>
            </a:pPr>
            <a:r>
              <a:rPr sz="975" b="1">
                <a:solidFill>
                  <a:srgbClr val="B94E3B"/>
                </a:solidFill>
              </a:rPr>
              <a:t>Brand safety</a:t>
            </a:r>
          </a:p>
        </p:txBody>
      </p:sp>
      <p:sp>
        <p:nvSpPr>
          <p:cNvPr id="16" name="risk-cell-0-1">
            <a:extLst xmlns:a="http://schemas.openxmlformats.org/drawingml/2006/main">
              <a:ext uri="{FF2B5EF4-FFF2-40B4-BE49-F238E27FC236}">
                <a16:creationId xmlns:a16="http://schemas.microsoft.com/office/drawing/2014/main" id="{54157857-B233-422E-80D3-2914DE9D1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86050"/>
            <a:ext cx="2381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CD2"/>
          </a:solidFill>
          <a:ln xmlns:a="http://schemas.openxmlformats.org/drawingml/2006/main" w="0">
            <a:solidFill>
              <a:srgbClr val="F6ECD2"/>
            </a:solidFill>
            <a:prstDash val="solid"/>
          </a:ln>
        </p:spPr>
      </p:sp>
      <p:sp>
        <p:nvSpPr>
          <p:cNvPr id="17" name="risk-border-0-1">
            <a:extLst xmlns:a="http://schemas.openxmlformats.org/drawingml/2006/main">
              <a:ext uri="{FF2B5EF4-FFF2-40B4-BE49-F238E27FC236}">
                <a16:creationId xmlns:a16="http://schemas.microsoft.com/office/drawing/2014/main" id="{90062015-FA28-41C2-94ED-2F1DBBFD2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86050"/>
            <a:ext cx="238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18" name="risk-text-0-1">
            <a:extLst xmlns:a="http://schemas.openxmlformats.org/drawingml/2006/main">
              <a:ext uri="{FF2B5EF4-FFF2-40B4-BE49-F238E27FC236}">
                <a16:creationId xmlns:a16="http://schemas.microsoft.com/office/drawing/2014/main" id="{36235A9D-4794-45F9-A6E0-AAD7FDD3E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933700"/>
            <a:ext cx="2114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6201A"/>
                </a:solidFill>
              </a:defRPr>
            </a:pPr>
            <a:r>
              <a:rPr sz="975" b="0">
                <a:solidFill>
                  <a:srgbClr val="16201A"/>
                </a:solidFill>
              </a:rPr>
              <a:t>Trigger</a:t>
            </a:r>
          </a:p>
        </p:txBody>
      </p:sp>
      <p:sp>
        <p:nvSpPr>
          <p:cNvPr id="19" name="risk-cell-0-2">
            <a:extLst xmlns:a="http://schemas.openxmlformats.org/drawingml/2006/main">
              <a:ext uri="{FF2B5EF4-FFF2-40B4-BE49-F238E27FC236}">
                <a16:creationId xmlns:a16="http://schemas.microsoft.com/office/drawing/2014/main" id="{93D13365-48EE-4C13-8B44-BBDC38B40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86050"/>
            <a:ext cx="2857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CD2"/>
          </a:solidFill>
          <a:ln xmlns:a="http://schemas.openxmlformats.org/drawingml/2006/main" w="0">
            <a:solidFill>
              <a:srgbClr val="F6ECD2"/>
            </a:solidFill>
            <a:prstDash val="solid"/>
          </a:ln>
        </p:spPr>
      </p:sp>
      <p:sp>
        <p:nvSpPr>
          <p:cNvPr id="20" name="risk-border-0-2">
            <a:extLst xmlns:a="http://schemas.openxmlformats.org/drawingml/2006/main">
              <a:ext uri="{FF2B5EF4-FFF2-40B4-BE49-F238E27FC236}">
                <a16:creationId xmlns:a16="http://schemas.microsoft.com/office/drawing/2014/main" id="{974507D4-66B6-4BEF-A466-9C1C7D9A5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860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21" name="risk-text-0-2">
            <a:extLst xmlns:a="http://schemas.openxmlformats.org/drawingml/2006/main">
              <a:ext uri="{FF2B5EF4-FFF2-40B4-BE49-F238E27FC236}">
                <a16:creationId xmlns:a16="http://schemas.microsoft.com/office/drawing/2014/main" id="{22E14B7A-FDB7-4943-B922-85597667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933700"/>
            <a:ext cx="2590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6201A"/>
                </a:solidFill>
              </a:defRPr>
            </a:pPr>
            <a:r>
              <a:rPr sz="975" b="0">
                <a:solidFill>
                  <a:srgbClr val="16201A"/>
                </a:solidFill>
              </a:rPr>
              <a:t>Response</a:t>
            </a:r>
          </a:p>
        </p:txBody>
      </p:sp>
      <p:sp>
        <p:nvSpPr>
          <p:cNvPr id="22" name="risk-cell-0-3">
            <a:extLst xmlns:a="http://schemas.openxmlformats.org/drawingml/2006/main">
              <a:ext uri="{FF2B5EF4-FFF2-40B4-BE49-F238E27FC236}">
                <a16:creationId xmlns:a16="http://schemas.microsoft.com/office/drawing/2014/main" id="{467E6B4D-8939-46A6-99D7-FEB696869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8605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CD2"/>
          </a:solidFill>
          <a:ln xmlns:a="http://schemas.openxmlformats.org/drawingml/2006/main" w="0">
            <a:solidFill>
              <a:srgbClr val="F6ECD2"/>
            </a:solidFill>
            <a:prstDash val="solid"/>
          </a:ln>
        </p:spPr>
      </p:sp>
      <p:sp>
        <p:nvSpPr>
          <p:cNvPr id="23" name="risk-border-0-3">
            <a:extLst xmlns:a="http://schemas.openxmlformats.org/drawingml/2006/main">
              <a:ext uri="{FF2B5EF4-FFF2-40B4-BE49-F238E27FC236}">
                <a16:creationId xmlns:a16="http://schemas.microsoft.com/office/drawing/2014/main" id="{868C95F4-EE7B-49C4-9AA5-4570BBA7D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8605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24" name="risk-text-0-3">
            <a:extLst xmlns:a="http://schemas.openxmlformats.org/drawingml/2006/main">
              <a:ext uri="{FF2B5EF4-FFF2-40B4-BE49-F238E27FC236}">
                <a16:creationId xmlns:a16="http://schemas.microsoft.com/office/drawing/2014/main" id="{13D02BB1-C85D-4D61-8651-7653A888B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933700"/>
            <a:ext cx="1828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6201A"/>
                </a:solidFill>
              </a:defRPr>
            </a:pPr>
            <a:r>
              <a:rPr sz="975" b="0">
                <a:solidFill>
                  <a:srgbClr val="16201A"/>
                </a:solidFill>
              </a:rPr>
              <a:t>Owner</a:t>
            </a:r>
          </a:p>
        </p:txBody>
      </p:sp>
      <p:sp>
        <p:nvSpPr>
          <p:cNvPr id="25" name="risk-cell-1-0">
            <a:extLst xmlns:a="http://schemas.openxmlformats.org/drawingml/2006/main">
              <a:ext uri="{FF2B5EF4-FFF2-40B4-BE49-F238E27FC236}">
                <a16:creationId xmlns:a16="http://schemas.microsoft.com/office/drawing/2014/main" id="{E6E9EADD-DAB4-45C0-9B15-F51C9EB2A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71850"/>
            <a:ext cx="2571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6" name="risk-border-1-0">
            <a:extLst xmlns:a="http://schemas.openxmlformats.org/drawingml/2006/main">
              <a:ext uri="{FF2B5EF4-FFF2-40B4-BE49-F238E27FC236}">
                <a16:creationId xmlns:a16="http://schemas.microsoft.com/office/drawing/2014/main" id="{8A8C167B-2D89-4397-80CA-74BADA242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71850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27" name="risk-text-1-0">
            <a:extLst xmlns:a="http://schemas.openxmlformats.org/drawingml/2006/main">
              <a:ext uri="{FF2B5EF4-FFF2-40B4-BE49-F238E27FC236}">
                <a16:creationId xmlns:a16="http://schemas.microsoft.com/office/drawing/2014/main" id="{B9D5DCE3-9F6D-417E-B073-D06DBDC60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19500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B94E3B"/>
                </a:solidFill>
              </a:defRPr>
            </a:pPr>
            <a:r>
              <a:rPr sz="975" b="1">
                <a:solidFill>
                  <a:srgbClr val="B94E3B"/>
                </a:solidFill>
              </a:rPr>
              <a:t>Schedule delay</a:t>
            </a:r>
          </a:p>
        </p:txBody>
      </p:sp>
      <p:sp>
        <p:nvSpPr>
          <p:cNvPr id="28" name="risk-cell-1-1">
            <a:extLst xmlns:a="http://schemas.openxmlformats.org/drawingml/2006/main">
              <a:ext uri="{FF2B5EF4-FFF2-40B4-BE49-F238E27FC236}">
                <a16:creationId xmlns:a16="http://schemas.microsoft.com/office/drawing/2014/main" id="{EE8B470F-09B5-404D-9C6B-3E33A2CC9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371850"/>
            <a:ext cx="2381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9" name="risk-border-1-1">
            <a:extLst xmlns:a="http://schemas.openxmlformats.org/drawingml/2006/main">
              <a:ext uri="{FF2B5EF4-FFF2-40B4-BE49-F238E27FC236}">
                <a16:creationId xmlns:a16="http://schemas.microsoft.com/office/drawing/2014/main" id="{0086AE01-2469-493E-96EE-8C92F6E00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371850"/>
            <a:ext cx="238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30" name="risk-text-1-1">
            <a:extLst xmlns:a="http://schemas.openxmlformats.org/drawingml/2006/main">
              <a:ext uri="{FF2B5EF4-FFF2-40B4-BE49-F238E27FC236}">
                <a16:creationId xmlns:a16="http://schemas.microsoft.com/office/drawing/2014/main" id="{59E24ADD-BA12-4D65-9D6A-154564F3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619500"/>
            <a:ext cx="2114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6201A"/>
                </a:solidFill>
              </a:defRPr>
            </a:pPr>
            <a:r>
              <a:rPr sz="975" b="0">
                <a:solidFill>
                  <a:srgbClr val="16201A"/>
                </a:solidFill>
              </a:rPr>
              <a:t>Trigger</a:t>
            </a:r>
          </a:p>
        </p:txBody>
      </p:sp>
      <p:sp>
        <p:nvSpPr>
          <p:cNvPr id="31" name="risk-cell-1-2">
            <a:extLst xmlns:a="http://schemas.openxmlformats.org/drawingml/2006/main">
              <a:ext uri="{FF2B5EF4-FFF2-40B4-BE49-F238E27FC236}">
                <a16:creationId xmlns:a16="http://schemas.microsoft.com/office/drawing/2014/main" id="{FD9C630E-DAA6-4E32-9B33-66A6A0BE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371850"/>
            <a:ext cx="2857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2" name="risk-border-1-2">
            <a:extLst xmlns:a="http://schemas.openxmlformats.org/drawingml/2006/main">
              <a:ext uri="{FF2B5EF4-FFF2-40B4-BE49-F238E27FC236}">
                <a16:creationId xmlns:a16="http://schemas.microsoft.com/office/drawing/2014/main" id="{406EEB2E-7E7E-4E7E-8335-F60869EC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3718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33" name="risk-text-1-2">
            <a:extLst xmlns:a="http://schemas.openxmlformats.org/drawingml/2006/main">
              <a:ext uri="{FF2B5EF4-FFF2-40B4-BE49-F238E27FC236}">
                <a16:creationId xmlns:a16="http://schemas.microsoft.com/office/drawing/2014/main" id="{7A294845-4464-4222-A351-1CC2EF642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19500"/>
            <a:ext cx="2590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6201A"/>
                </a:solidFill>
              </a:defRPr>
            </a:pPr>
            <a:r>
              <a:rPr sz="975" b="0">
                <a:solidFill>
                  <a:srgbClr val="16201A"/>
                </a:solidFill>
              </a:rPr>
              <a:t>Response</a:t>
            </a:r>
          </a:p>
        </p:txBody>
      </p:sp>
      <p:sp>
        <p:nvSpPr>
          <p:cNvPr id="34" name="risk-cell-1-3">
            <a:extLst xmlns:a="http://schemas.openxmlformats.org/drawingml/2006/main">
              <a:ext uri="{FF2B5EF4-FFF2-40B4-BE49-F238E27FC236}">
                <a16:creationId xmlns:a16="http://schemas.microsoft.com/office/drawing/2014/main" id="{E52A0579-8C04-4A2A-8A05-D741BDA6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7185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5" name="risk-border-1-3">
            <a:extLst xmlns:a="http://schemas.openxmlformats.org/drawingml/2006/main">
              <a:ext uri="{FF2B5EF4-FFF2-40B4-BE49-F238E27FC236}">
                <a16:creationId xmlns:a16="http://schemas.microsoft.com/office/drawing/2014/main" id="{7D15C8E7-31B2-4A70-993D-D1684FD8D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7185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36" name="risk-text-1-3">
            <a:extLst xmlns:a="http://schemas.openxmlformats.org/drawingml/2006/main">
              <a:ext uri="{FF2B5EF4-FFF2-40B4-BE49-F238E27FC236}">
                <a16:creationId xmlns:a16="http://schemas.microsoft.com/office/drawing/2014/main" id="{61A3E880-9694-4707-B139-59188D893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619500"/>
            <a:ext cx="1828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6201A"/>
                </a:solidFill>
              </a:defRPr>
            </a:pPr>
            <a:r>
              <a:rPr sz="975" b="0">
                <a:solidFill>
                  <a:srgbClr val="16201A"/>
                </a:solidFill>
              </a:rPr>
              <a:t>Owner</a:t>
            </a:r>
          </a:p>
        </p:txBody>
      </p:sp>
      <p:sp>
        <p:nvSpPr>
          <p:cNvPr id="37" name="risk-cell-2-0">
            <a:extLst xmlns:a="http://schemas.openxmlformats.org/drawingml/2006/main">
              <a:ext uri="{FF2B5EF4-FFF2-40B4-BE49-F238E27FC236}">
                <a16:creationId xmlns:a16="http://schemas.microsoft.com/office/drawing/2014/main" id="{84B905F3-8949-464B-91ED-599F0E9F7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57650"/>
            <a:ext cx="2571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CD2"/>
          </a:solidFill>
          <a:ln xmlns:a="http://schemas.openxmlformats.org/drawingml/2006/main" w="0">
            <a:solidFill>
              <a:srgbClr val="F6ECD2"/>
            </a:solidFill>
            <a:prstDash val="solid"/>
          </a:ln>
        </p:spPr>
      </p:sp>
      <p:sp>
        <p:nvSpPr>
          <p:cNvPr id="38" name="risk-border-2-0">
            <a:extLst xmlns:a="http://schemas.openxmlformats.org/drawingml/2006/main">
              <a:ext uri="{FF2B5EF4-FFF2-40B4-BE49-F238E27FC236}">
                <a16:creationId xmlns:a16="http://schemas.microsoft.com/office/drawing/2014/main" id="{81B8577E-EBC4-4EB2-871B-37417664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57650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39" name="risk-text-2-0">
            <a:extLst xmlns:a="http://schemas.openxmlformats.org/drawingml/2006/main">
              <a:ext uri="{FF2B5EF4-FFF2-40B4-BE49-F238E27FC236}">
                <a16:creationId xmlns:a16="http://schemas.microsoft.com/office/drawing/2014/main" id="{7213FF39-CB1A-4C49-A3A7-45ABD1C9B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05300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B94E3B"/>
                </a:solidFill>
              </a:defRPr>
            </a:pPr>
            <a:r>
              <a:rPr sz="975" b="1">
                <a:solidFill>
                  <a:srgbClr val="B94E3B"/>
                </a:solidFill>
              </a:rPr>
              <a:t>Budget variance</a:t>
            </a:r>
          </a:p>
        </p:txBody>
      </p:sp>
      <p:sp>
        <p:nvSpPr>
          <p:cNvPr id="40" name="risk-cell-2-1">
            <a:extLst xmlns:a="http://schemas.openxmlformats.org/drawingml/2006/main">
              <a:ext uri="{FF2B5EF4-FFF2-40B4-BE49-F238E27FC236}">
                <a16:creationId xmlns:a16="http://schemas.microsoft.com/office/drawing/2014/main" id="{5A13097F-A1F9-4333-940F-6B563010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381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CD2"/>
          </a:solidFill>
          <a:ln xmlns:a="http://schemas.openxmlformats.org/drawingml/2006/main" w="0">
            <a:solidFill>
              <a:srgbClr val="F6ECD2"/>
            </a:solidFill>
            <a:prstDash val="solid"/>
          </a:ln>
        </p:spPr>
      </p:sp>
      <p:sp>
        <p:nvSpPr>
          <p:cNvPr id="41" name="risk-border-2-1">
            <a:extLst xmlns:a="http://schemas.openxmlformats.org/drawingml/2006/main">
              <a:ext uri="{FF2B5EF4-FFF2-40B4-BE49-F238E27FC236}">
                <a16:creationId xmlns:a16="http://schemas.microsoft.com/office/drawing/2014/main" id="{96C288AF-6D55-41D1-84FD-A79695423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38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42" name="risk-text-2-1">
            <a:extLst xmlns:a="http://schemas.openxmlformats.org/drawingml/2006/main">
              <a:ext uri="{FF2B5EF4-FFF2-40B4-BE49-F238E27FC236}">
                <a16:creationId xmlns:a16="http://schemas.microsoft.com/office/drawing/2014/main" id="{6709560A-E8B6-4B66-A284-649FADD58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05300"/>
            <a:ext cx="2114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6201A"/>
                </a:solidFill>
              </a:defRPr>
            </a:pPr>
            <a:r>
              <a:rPr sz="975" b="0">
                <a:solidFill>
                  <a:srgbClr val="16201A"/>
                </a:solidFill>
              </a:rPr>
              <a:t>Trigger</a:t>
            </a:r>
          </a:p>
        </p:txBody>
      </p:sp>
      <p:sp>
        <p:nvSpPr>
          <p:cNvPr id="43" name="risk-cell-2-2">
            <a:extLst xmlns:a="http://schemas.openxmlformats.org/drawingml/2006/main">
              <a:ext uri="{FF2B5EF4-FFF2-40B4-BE49-F238E27FC236}">
                <a16:creationId xmlns:a16="http://schemas.microsoft.com/office/drawing/2014/main" id="{5890A8AF-240D-408C-8047-2EAAC73A2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057650"/>
            <a:ext cx="2857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CD2"/>
          </a:solidFill>
          <a:ln xmlns:a="http://schemas.openxmlformats.org/drawingml/2006/main" w="0">
            <a:solidFill>
              <a:srgbClr val="F6ECD2"/>
            </a:solidFill>
            <a:prstDash val="solid"/>
          </a:ln>
        </p:spPr>
      </p:sp>
      <p:sp>
        <p:nvSpPr>
          <p:cNvPr id="44" name="risk-border-2-2">
            <a:extLst xmlns:a="http://schemas.openxmlformats.org/drawingml/2006/main">
              <a:ext uri="{FF2B5EF4-FFF2-40B4-BE49-F238E27FC236}">
                <a16:creationId xmlns:a16="http://schemas.microsoft.com/office/drawing/2014/main" id="{B8A43F73-F6D9-47D5-9ECB-C0B9213FE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0576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45" name="risk-text-2-2">
            <a:extLst xmlns:a="http://schemas.openxmlformats.org/drawingml/2006/main">
              <a:ext uri="{FF2B5EF4-FFF2-40B4-BE49-F238E27FC236}">
                <a16:creationId xmlns:a16="http://schemas.microsoft.com/office/drawing/2014/main" id="{C84B110A-367B-49C0-9A35-A1C57C3FE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305300"/>
            <a:ext cx="2590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6201A"/>
                </a:solidFill>
              </a:defRPr>
            </a:pPr>
            <a:r>
              <a:rPr sz="975" b="0">
                <a:solidFill>
                  <a:srgbClr val="16201A"/>
                </a:solidFill>
              </a:rPr>
              <a:t>Response</a:t>
            </a:r>
          </a:p>
        </p:txBody>
      </p:sp>
      <p:sp>
        <p:nvSpPr>
          <p:cNvPr id="46" name="risk-cell-2-3">
            <a:extLst xmlns:a="http://schemas.openxmlformats.org/drawingml/2006/main">
              <a:ext uri="{FF2B5EF4-FFF2-40B4-BE49-F238E27FC236}">
                <a16:creationId xmlns:a16="http://schemas.microsoft.com/office/drawing/2014/main" id="{FFEC88CA-6909-4C40-805A-7E7765BA9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05765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CD2"/>
          </a:solidFill>
          <a:ln xmlns:a="http://schemas.openxmlformats.org/drawingml/2006/main" w="0">
            <a:solidFill>
              <a:srgbClr val="F6ECD2"/>
            </a:solidFill>
            <a:prstDash val="solid"/>
          </a:ln>
        </p:spPr>
      </p:sp>
      <p:sp>
        <p:nvSpPr>
          <p:cNvPr id="47" name="risk-border-2-3">
            <a:extLst xmlns:a="http://schemas.openxmlformats.org/drawingml/2006/main">
              <a:ext uri="{FF2B5EF4-FFF2-40B4-BE49-F238E27FC236}">
                <a16:creationId xmlns:a16="http://schemas.microsoft.com/office/drawing/2014/main" id="{3E4A7F59-8349-44C1-9B4A-CB48E346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05765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48" name="risk-text-2-3">
            <a:extLst xmlns:a="http://schemas.openxmlformats.org/drawingml/2006/main">
              <a:ext uri="{FF2B5EF4-FFF2-40B4-BE49-F238E27FC236}">
                <a16:creationId xmlns:a16="http://schemas.microsoft.com/office/drawing/2014/main" id="{BB2AB2DF-EE27-4FCA-83C4-25C008EB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305300"/>
            <a:ext cx="1828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6201A"/>
                </a:solidFill>
              </a:defRPr>
            </a:pPr>
            <a:r>
              <a:rPr sz="975" b="0">
                <a:solidFill>
                  <a:srgbClr val="16201A"/>
                </a:solidFill>
              </a:rPr>
              <a:t>Owner</a:t>
            </a:r>
          </a:p>
        </p:txBody>
      </p:sp>
      <p:sp>
        <p:nvSpPr>
          <p:cNvPr id="49" name="risk-note">
            <a:extLst xmlns:a="http://schemas.openxmlformats.org/drawingml/2006/main">
              <a:ext uri="{FF2B5EF4-FFF2-40B4-BE49-F238E27FC236}">
                <a16:creationId xmlns:a16="http://schemas.microsoft.com/office/drawing/2014/main" id="{20D6B6BE-85CF-44B5-AE20-9D6F9D7AA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34000"/>
            <a:ext cx="876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201A"/>
                </a:solidFill>
              </a:defRPr>
            </a:pPr>
            <a:r>
              <a:rPr sz="1200" b="1">
                <a:solidFill>
                  <a:srgbClr val="16201A"/>
                </a:solidFill>
              </a:rPr>
              <a:t>Risk pages should feel controlled, not alarmist. Use clear triggers and response ownership.</a:t>
            </a:r>
          </a:p>
        </p:txBody>
      </p:sp>
      <p:sp>
        <p:nvSpPr>
          <p:cNvPr id="50" name="footer-line-10">
            <a:extLst xmlns:a="http://schemas.openxmlformats.org/drawingml/2006/main">
              <a:ext uri="{FF2B5EF4-FFF2-40B4-BE49-F238E27FC236}">
                <a16:creationId xmlns:a16="http://schemas.microsoft.com/office/drawing/2014/main" id="{DF6DB17B-9641-4160-972B-C39AC427D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627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51" name="footer-10">
            <a:extLst xmlns:a="http://schemas.openxmlformats.org/drawingml/2006/main">
              <a:ext uri="{FF2B5EF4-FFF2-40B4-BE49-F238E27FC236}">
                <a16:creationId xmlns:a16="http://schemas.microsoft.com/office/drawing/2014/main" id="{9131C58D-F161-4C58-871E-78DB7D2DC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D746A"/>
                </a:solidFill>
              </a:defRPr>
            </a:pPr>
            <a:r>
              <a:rPr sz="675">
                <a:solidFill>
                  <a:srgbClr val="6D746A"/>
                </a:solidFill>
              </a:rPr>
              <a:t>Proposal template | Replace with client/project footer</a:t>
            </a:r>
          </a:p>
        </p:txBody>
      </p:sp>
    </p:spTree>
    <p:extLst>
      <p:ext uri="{BB962C8B-B14F-4D97-AF65-F5344CB8AC3E}">
        <p14:creationId xmlns:p14="http://schemas.microsoft.com/office/powerpoint/2010/main" val="771036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11">
            <a:extLst xmlns:a="http://schemas.openxmlformats.org/drawingml/2006/main">
              <a:ext uri="{FF2B5EF4-FFF2-40B4-BE49-F238E27FC236}">
                <a16:creationId xmlns:a16="http://schemas.microsoft.com/office/drawing/2014/main" id="{AE91EAB5-264C-438A-A849-7C7D32A6E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E6B2F"/>
                </a:solidFill>
              </a:defRPr>
            </a:pPr>
            <a:r>
              <a:rPr sz="825" b="1">
                <a:solidFill>
                  <a:srgbClr val="8E6B2F"/>
                </a:solidFill>
              </a:rPr>
              <a:t>BIG IDEA</a:t>
            </a:r>
          </a:p>
        </p:txBody>
      </p:sp>
      <p:sp>
        <p:nvSpPr>
          <p:cNvPr id="2" name="page-11">
            <a:extLst xmlns:a="http://schemas.openxmlformats.org/drawingml/2006/main">
              <a:ext uri="{FF2B5EF4-FFF2-40B4-BE49-F238E27FC236}">
                <a16:creationId xmlns:a16="http://schemas.microsoft.com/office/drawing/2014/main" id="{221C3E4A-27E8-4751-A98C-D6C8778F5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2857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D746A"/>
                </a:solidFill>
              </a:defRPr>
            </a:pPr>
            <a:r>
              <a:rPr sz="825" b="1">
                <a:solidFill>
                  <a:srgbClr val="6D746A"/>
                </a:solidFill>
              </a:rPr>
              <a:t>11</a:t>
            </a:r>
          </a:p>
        </p:txBody>
      </p:sp>
      <p:sp>
        <p:nvSpPr>
          <p:cNvPr id="3" name="quote">
            <a:extLst xmlns:a="http://schemas.openxmlformats.org/drawingml/2006/main">
              <a:ext uri="{FF2B5EF4-FFF2-40B4-BE49-F238E27FC236}">
                <a16:creationId xmlns:a16="http://schemas.microsoft.com/office/drawing/2014/main" id="{6308D255-07D5-4299-81DF-9A8C47AD9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190750"/>
            <a:ext cx="9334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16201A"/>
                </a:solidFill>
              </a:defRPr>
            </a:pPr>
            <a:r>
              <a:rPr sz="3225" b="1">
                <a:solidFill>
                  <a:srgbClr val="16201A"/>
                </a:solidFill>
              </a:rPr>
              <a:t>A proposal is remembered by its strongest judgment, not by its longest table.</a:t>
            </a:r>
          </a:p>
        </p:txBody>
      </p:sp>
      <p:sp>
        <p:nvSpPr>
          <p:cNvPr id="4" name="quote-line">
            <a:extLst xmlns:a="http://schemas.openxmlformats.org/drawingml/2006/main">
              <a:ext uri="{FF2B5EF4-FFF2-40B4-BE49-F238E27FC236}">
                <a16:creationId xmlns:a16="http://schemas.microsoft.com/office/drawing/2014/main" id="{64DC2E7F-276C-48E0-A9B6-C62D25583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095750"/>
            <a:ext cx="390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DA34B"/>
            </a:solidFill>
            <a:prstDash val="solid"/>
          </a:ln>
        </p:spPr>
      </p:sp>
      <p:sp>
        <p:nvSpPr>
          <p:cNvPr id="5" name="quote-support">
            <a:extLst xmlns:a="http://schemas.openxmlformats.org/drawingml/2006/main">
              <a:ext uri="{FF2B5EF4-FFF2-40B4-BE49-F238E27FC236}">
                <a16:creationId xmlns:a16="http://schemas.microsoft.com/office/drawing/2014/main" id="{55AFB177-E5D7-421A-B46E-7DE5B3A92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524375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6D746A"/>
                </a:solidFill>
              </a:defRPr>
            </a:pPr>
            <a:r>
              <a:rPr sz="1350">
                <a:solidFill>
                  <a:srgbClr val="6D746A"/>
                </a:solidFill>
              </a:rPr>
              <a:t>Use this page type to give the audience breathing room after dense evidence.</a:t>
            </a:r>
          </a:p>
        </p:txBody>
      </p:sp>
      <p:sp>
        <p:nvSpPr>
          <p:cNvPr id="6" name="footer-line-11">
            <a:extLst xmlns:a="http://schemas.openxmlformats.org/drawingml/2006/main">
              <a:ext uri="{FF2B5EF4-FFF2-40B4-BE49-F238E27FC236}">
                <a16:creationId xmlns:a16="http://schemas.microsoft.com/office/drawing/2014/main" id="{0140A580-1B4F-4E8F-A788-4F967C3C1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627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8C5"/>
            </a:solidFill>
            <a:prstDash val="solid"/>
          </a:ln>
        </p:spPr>
      </p:sp>
      <p:sp>
        <p:nvSpPr>
          <p:cNvPr id="7" name="footer-11">
            <a:extLst xmlns:a="http://schemas.openxmlformats.org/drawingml/2006/main">
              <a:ext uri="{FF2B5EF4-FFF2-40B4-BE49-F238E27FC236}">
                <a16:creationId xmlns:a16="http://schemas.microsoft.com/office/drawing/2014/main" id="{1AEE13DD-2B6F-43C7-AF44-A01CB3DD3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D746A"/>
                </a:solidFill>
              </a:defRPr>
            </a:pPr>
            <a:r>
              <a:rPr sz="675">
                <a:solidFill>
                  <a:srgbClr val="6D746A"/>
                </a:solidFill>
              </a:rPr>
              <a:t>Proposal template | Replace with client/project footer</a:t>
            </a:r>
          </a:p>
        </p:txBody>
      </p:sp>
    </p:spTree>
    <p:extLst>
      <p:ext uri="{BB962C8B-B14F-4D97-AF65-F5344CB8AC3E}">
        <p14:creationId xmlns:p14="http://schemas.microsoft.com/office/powerpoint/2010/main" val="135347987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93F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losing-kicker">
            <a:extLst xmlns:a="http://schemas.openxmlformats.org/drawingml/2006/main">
              <a:ext uri="{FF2B5EF4-FFF2-40B4-BE49-F238E27FC236}">
                <a16:creationId xmlns:a16="http://schemas.microsoft.com/office/drawing/2014/main" id="{2196C24A-CB0B-4A5A-8035-915F0F5C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1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CDA34B"/>
                </a:solidFill>
              </a:defRPr>
            </a:pPr>
            <a:r>
              <a:rPr sz="825" b="1">
                <a:solidFill>
                  <a:srgbClr val="CDA34B"/>
                </a:solidFill>
              </a:rPr>
              <a:t>FINAL RECOMMENDATION</a:t>
            </a:r>
          </a:p>
        </p:txBody>
      </p:sp>
      <p:sp>
        <p:nvSpPr>
          <p:cNvPr id="2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F8CAC229-EC52-4D4F-B244-DA04A7B4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57300"/>
            <a:ext cx="8858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Choose the plan that proves strategy, delivery, and control</a:t>
            </a:r>
          </a:p>
        </p:txBody>
      </p:sp>
      <p:sp>
        <p:nvSpPr>
          <p:cNvPr id="3" name="close-num-0">
            <a:extLst xmlns:a="http://schemas.openxmlformats.org/drawingml/2006/main">
              <a:ext uri="{FF2B5EF4-FFF2-40B4-BE49-F238E27FC236}">
                <a16:creationId xmlns:a16="http://schemas.microsoft.com/office/drawing/2014/main" id="{73FF24D2-C6F6-4A9B-B7AC-8375C7600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609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CDA34B"/>
                </a:solidFill>
              </a:defRPr>
            </a:pPr>
            <a:r>
              <a:rPr sz="1950" b="1">
                <a:solidFill>
                  <a:srgbClr val="CDA34B"/>
                </a:solidFill>
              </a:rPr>
              <a:t>01</a:t>
            </a:r>
          </a:p>
        </p:txBody>
      </p:sp>
      <p:sp>
        <p:nvSpPr>
          <p:cNvPr id="4" name="close-label-0">
            <a:extLst xmlns:a="http://schemas.openxmlformats.org/drawingml/2006/main">
              <a:ext uri="{FF2B5EF4-FFF2-40B4-BE49-F238E27FC236}">
                <a16:creationId xmlns:a16="http://schemas.microsoft.com/office/drawing/2014/main" id="{8150DB35-45E8-4D76-AC3E-F3348145A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8956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Clear thesis</a:t>
            </a:r>
          </a:p>
        </p:txBody>
      </p:sp>
      <p:sp>
        <p:nvSpPr>
          <p:cNvPr id="5" name="close-body-0">
            <a:extLst xmlns:a="http://schemas.openxmlformats.org/drawingml/2006/main">
              <a:ext uri="{FF2B5EF4-FFF2-40B4-BE49-F238E27FC236}">
                <a16:creationId xmlns:a16="http://schemas.microsoft.com/office/drawing/2014/main" id="{5027C418-0ECC-45DD-B239-98A46A26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9337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DCEFE7"/>
                </a:solidFill>
              </a:defRPr>
            </a:pPr>
            <a:r>
              <a:rPr sz="1050">
                <a:solidFill>
                  <a:srgbClr val="DCEFE7"/>
                </a:solidFill>
              </a:rPr>
              <a:t>Replace with one concrete reason to choose this proposal.</a:t>
            </a:r>
          </a:p>
        </p:txBody>
      </p:sp>
      <p:sp>
        <p:nvSpPr>
          <p:cNvPr id="6" name="close-num-1">
            <a:extLst xmlns:a="http://schemas.openxmlformats.org/drawingml/2006/main">
              <a:ext uri="{FF2B5EF4-FFF2-40B4-BE49-F238E27FC236}">
                <a16:creationId xmlns:a16="http://schemas.microsoft.com/office/drawing/2014/main" id="{D1599B79-DC81-4251-8A5F-5190AA1D8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76650"/>
            <a:ext cx="609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CDA34B"/>
                </a:solidFill>
              </a:defRPr>
            </a:pPr>
            <a:r>
              <a:rPr sz="1950" b="1">
                <a:solidFill>
                  <a:srgbClr val="CDA34B"/>
                </a:solidFill>
              </a:rPr>
              <a:t>02</a:t>
            </a:r>
          </a:p>
        </p:txBody>
      </p:sp>
      <p:sp>
        <p:nvSpPr>
          <p:cNvPr id="7" name="close-label-1">
            <a:extLst xmlns:a="http://schemas.openxmlformats.org/drawingml/2006/main">
              <a:ext uri="{FF2B5EF4-FFF2-40B4-BE49-F238E27FC236}">
                <a16:creationId xmlns:a16="http://schemas.microsoft.com/office/drawing/2014/main" id="{72EEDEFF-5324-4AA6-B194-CE827BF8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7147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Executable system</a:t>
            </a:r>
          </a:p>
        </p:txBody>
      </p:sp>
      <p:sp>
        <p:nvSpPr>
          <p:cNvPr id="8" name="close-body-1">
            <a:extLst xmlns:a="http://schemas.openxmlformats.org/drawingml/2006/main">
              <a:ext uri="{FF2B5EF4-FFF2-40B4-BE49-F238E27FC236}">
                <a16:creationId xmlns:a16="http://schemas.microsoft.com/office/drawing/2014/main" id="{65621A71-B6A2-45E7-9559-88341682B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7528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DCEFE7"/>
                </a:solidFill>
              </a:defRPr>
            </a:pPr>
            <a:r>
              <a:rPr sz="1050">
                <a:solidFill>
                  <a:srgbClr val="DCEFE7"/>
                </a:solidFill>
              </a:rPr>
              <a:t>Replace with one concrete reason to choose this proposal.</a:t>
            </a:r>
          </a:p>
        </p:txBody>
      </p:sp>
      <p:sp>
        <p:nvSpPr>
          <p:cNvPr id="9" name="close-num-2">
            <a:extLst xmlns:a="http://schemas.openxmlformats.org/drawingml/2006/main">
              <a:ext uri="{FF2B5EF4-FFF2-40B4-BE49-F238E27FC236}">
                <a16:creationId xmlns:a16="http://schemas.microsoft.com/office/drawing/2014/main" id="{63C689FB-87B8-47EC-AD3F-0B8ACD23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95800"/>
            <a:ext cx="609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CDA34B"/>
                </a:solidFill>
              </a:defRPr>
            </a:pPr>
            <a:r>
              <a:rPr sz="1950" b="1">
                <a:solidFill>
                  <a:srgbClr val="CDA34B"/>
                </a:solidFill>
              </a:rPr>
              <a:t>03</a:t>
            </a:r>
          </a:p>
        </p:txBody>
      </p:sp>
      <p:sp>
        <p:nvSpPr>
          <p:cNvPr id="10" name="close-label-2">
            <a:extLst xmlns:a="http://schemas.openxmlformats.org/drawingml/2006/main">
              <a:ext uri="{FF2B5EF4-FFF2-40B4-BE49-F238E27FC236}">
                <a16:creationId xmlns:a16="http://schemas.microsoft.com/office/drawing/2014/main" id="{18366145-6DCA-4BB0-93E9-B17C36F03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5339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Visible proof</a:t>
            </a:r>
          </a:p>
        </p:txBody>
      </p:sp>
      <p:sp>
        <p:nvSpPr>
          <p:cNvPr id="11" name="close-body-2">
            <a:extLst xmlns:a="http://schemas.openxmlformats.org/drawingml/2006/main">
              <a:ext uri="{FF2B5EF4-FFF2-40B4-BE49-F238E27FC236}">
                <a16:creationId xmlns:a16="http://schemas.microsoft.com/office/drawing/2014/main" id="{6878B232-532F-4A09-8650-CE8C241AD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720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DCEFE7"/>
                </a:solidFill>
              </a:defRPr>
            </a:pPr>
            <a:r>
              <a:rPr sz="1050">
                <a:solidFill>
                  <a:srgbClr val="DCEFE7"/>
                </a:solidFill>
              </a:rPr>
              <a:t>Replace with one concrete reason to choose this proposal.</a:t>
            </a:r>
          </a:p>
        </p:txBody>
      </p:sp>
      <p:sp>
        <p:nvSpPr>
          <p:cNvPr id="12" name="close-next">
            <a:extLst xmlns:a="http://schemas.openxmlformats.org/drawingml/2006/main">
              <a:ext uri="{FF2B5EF4-FFF2-40B4-BE49-F238E27FC236}">
                <a16:creationId xmlns:a16="http://schemas.microsoft.com/office/drawing/2014/main" id="{0F442E0C-3AAA-4D76-8150-47AFF373F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72150"/>
            <a:ext cx="9906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0A3327"/>
          </a:solidFill>
          <a:ln xmlns:a="http://schemas.openxmlformats.org/drawingml/2006/main" w="9525">
            <a:solidFill>
              <a:srgbClr val="0A3327"/>
            </a:solidFill>
            <a:prstDash val="solid"/>
          </a:ln>
        </p:spPr>
      </p:sp>
      <p:sp>
        <p:nvSpPr>
          <p:cNvPr id="13" name="close-next-text">
            <a:extLst xmlns:a="http://schemas.openxmlformats.org/drawingml/2006/main">
              <a:ext uri="{FF2B5EF4-FFF2-40B4-BE49-F238E27FC236}">
                <a16:creationId xmlns:a16="http://schemas.microsoft.com/office/drawing/2014/main" id="{147421C4-6D17-4F4F-BB98-102D8603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943600"/>
            <a:ext cx="9296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DCEFE7"/>
                </a:solidFill>
              </a:defRPr>
            </a:pPr>
            <a:r>
              <a:rPr sz="1050" b="1">
                <a:solidFill>
                  <a:srgbClr val="DCEFE7"/>
                </a:solidFill>
              </a:rPr>
              <a:t>Next step: confirm scope, missing inputs, decision owners, and first working session.</a:t>
            </a:r>
          </a:p>
        </p:txBody>
      </p:sp>
    </p:spTree>
    <p:extLst>
      <p:ext uri="{BB962C8B-B14F-4D97-AF65-F5344CB8AC3E}">
        <p14:creationId xmlns:p14="http://schemas.microsoft.com/office/powerpoint/2010/main" val="2542645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2026-06-26T04:34:49.7540000Z</dcterms:created>
  <dcterms:modified xsi:type="dcterms:W3CDTF">2026-06-26T04:34:49.7550000Z</dcterms:modified>
</coreProperties>
</file>